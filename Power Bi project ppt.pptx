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ppt/webextensions/webextension5.xml" ContentType="application/vnd.ms-office.webextension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70" r:id="rId5"/>
    <p:sldId id="272" r:id="rId6"/>
    <p:sldId id="271" r:id="rId7"/>
    <p:sldId id="268" r:id="rId8"/>
    <p:sldId id="264" r:id="rId9"/>
    <p:sldId id="261" r:id="rId10"/>
    <p:sldId id="263" r:id="rId11"/>
    <p:sldId id="267" r:id="rId12"/>
    <p:sldId id="262" r:id="rId13"/>
    <p:sldId id="266" r:id="rId14"/>
    <p:sldId id="25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 shiva sai prasad" userId="18c46517b58790f9" providerId="LiveId" clId="{2DC46415-9213-4381-80D7-2E41079A3D25}"/>
    <pc:docChg chg="undo redo custSel modSld">
      <pc:chgData name="B shiva sai prasad" userId="18c46517b58790f9" providerId="LiveId" clId="{2DC46415-9213-4381-80D7-2E41079A3D25}" dt="2026-01-02T18:57:41.720" v="975" actId="14100"/>
      <pc:docMkLst>
        <pc:docMk/>
      </pc:docMkLst>
      <pc:sldChg chg="addSp delSp modSp mod">
        <pc:chgData name="B shiva sai prasad" userId="18c46517b58790f9" providerId="LiveId" clId="{2DC46415-9213-4381-80D7-2E41079A3D25}" dt="2026-01-02T18:49:36.397" v="966" actId="1076"/>
        <pc:sldMkLst>
          <pc:docMk/>
          <pc:sldMk cId="1749545050" sldId="256"/>
        </pc:sldMkLst>
        <pc:spChg chg="add del">
          <ac:chgData name="B shiva sai prasad" userId="18c46517b58790f9" providerId="LiveId" clId="{2DC46415-9213-4381-80D7-2E41079A3D25}" dt="2026-01-02T18:39:03.798" v="887" actId="478"/>
          <ac:spMkLst>
            <pc:docMk/>
            <pc:sldMk cId="1749545050" sldId="256"/>
            <ac:spMk id="3" creationId="{52CE1701-16C1-4F5F-BDC8-85920DDFBDE7}"/>
          </ac:spMkLst>
        </pc:spChg>
        <pc:spChg chg="add del mod">
          <ac:chgData name="B shiva sai prasad" userId="18c46517b58790f9" providerId="LiveId" clId="{2DC46415-9213-4381-80D7-2E41079A3D25}" dt="2026-01-02T18:39:34.432" v="891" actId="478"/>
          <ac:spMkLst>
            <pc:docMk/>
            <pc:sldMk cId="1749545050" sldId="256"/>
            <ac:spMk id="4" creationId="{20A1730C-44F8-4C6C-8DB8-1F6DDEF52DAB}"/>
          </ac:spMkLst>
        </pc:spChg>
        <pc:spChg chg="add mod">
          <ac:chgData name="B shiva sai prasad" userId="18c46517b58790f9" providerId="LiveId" clId="{2DC46415-9213-4381-80D7-2E41079A3D25}" dt="2026-01-02T18:49:36.397" v="966" actId="1076"/>
          <ac:spMkLst>
            <pc:docMk/>
            <pc:sldMk cId="1749545050" sldId="256"/>
            <ac:spMk id="33" creationId="{897AB891-3AD7-4D58-9306-E645CBEEB2F5}"/>
          </ac:spMkLst>
        </pc:spChg>
        <pc:graphicFrameChg chg="add del">
          <ac:chgData name="B shiva sai prasad" userId="18c46517b58790f9" providerId="LiveId" clId="{2DC46415-9213-4381-80D7-2E41079A3D25}" dt="2026-01-02T18:36:30.060" v="884" actId="478"/>
          <ac:graphicFrameMkLst>
            <pc:docMk/>
            <pc:sldMk cId="1749545050" sldId="256"/>
            <ac:graphicFrameMk id="2" creationId="{629C34F5-9280-47C6-973D-498307ED9BAA}"/>
          </ac:graphicFrameMkLst>
        </pc:graphicFrameChg>
        <pc:picChg chg="add del mod">
          <ac:chgData name="B shiva sai prasad" userId="18c46517b58790f9" providerId="LiveId" clId="{2DC46415-9213-4381-80D7-2E41079A3D25}" dt="2026-01-02T18:42:17.686" v="892" actId="1076"/>
          <ac:picMkLst>
            <pc:docMk/>
            <pc:sldMk cId="1749545050" sldId="256"/>
            <ac:picMk id="10" creationId="{897DB0B4-7F01-4680-B8E4-8AB978199E9B}"/>
          </ac:picMkLst>
        </pc:picChg>
        <pc:inkChg chg="add del">
          <ac:chgData name="B shiva sai prasad" userId="18c46517b58790f9" providerId="LiveId" clId="{2DC46415-9213-4381-80D7-2E41079A3D25}" dt="2026-01-02T18:43:16.293" v="894"/>
          <ac:inkMkLst>
            <pc:docMk/>
            <pc:sldMk cId="1749545050" sldId="256"/>
            <ac:inkMk id="5" creationId="{E06ED80F-D867-44C5-A524-9F2A31DA63D8}"/>
          </ac:inkMkLst>
        </pc:inkChg>
        <pc:inkChg chg="add del">
          <ac:chgData name="B shiva sai prasad" userId="18c46517b58790f9" providerId="LiveId" clId="{2DC46415-9213-4381-80D7-2E41079A3D25}" dt="2026-01-02T18:44:11.221" v="901"/>
          <ac:inkMkLst>
            <pc:docMk/>
            <pc:sldMk cId="1749545050" sldId="256"/>
            <ac:inkMk id="6" creationId="{E06F9D97-E36D-49E2-9BF5-659C5F344091}"/>
          </ac:inkMkLst>
        </pc:inkChg>
        <pc:inkChg chg="add del">
          <ac:chgData name="B shiva sai prasad" userId="18c46517b58790f9" providerId="LiveId" clId="{2DC46415-9213-4381-80D7-2E41079A3D25}" dt="2026-01-02T18:44:13.213" v="903"/>
          <ac:inkMkLst>
            <pc:docMk/>
            <pc:sldMk cId="1749545050" sldId="256"/>
            <ac:inkMk id="7" creationId="{B07051FC-4E58-40A3-8CB7-F363821E41EF}"/>
          </ac:inkMkLst>
        </pc:inkChg>
        <pc:inkChg chg="add">
          <ac:chgData name="B shiva sai prasad" userId="18c46517b58790f9" providerId="LiveId" clId="{2DC46415-9213-4381-80D7-2E41079A3D25}" dt="2026-01-02T18:44:01.599" v="897" actId="9405"/>
          <ac:inkMkLst>
            <pc:docMk/>
            <pc:sldMk cId="1749545050" sldId="256"/>
            <ac:inkMk id="8" creationId="{C97C45EC-03F0-40AC-AC6D-E5725646E55F}"/>
          </ac:inkMkLst>
        </pc:inkChg>
        <pc:inkChg chg="add">
          <ac:chgData name="B shiva sai prasad" userId="18c46517b58790f9" providerId="LiveId" clId="{2DC46415-9213-4381-80D7-2E41079A3D25}" dt="2026-01-02T18:44:01.978" v="898" actId="9405"/>
          <ac:inkMkLst>
            <pc:docMk/>
            <pc:sldMk cId="1749545050" sldId="256"/>
            <ac:inkMk id="9" creationId="{5F429FF0-F604-4B36-918F-53614F63A92B}"/>
          </ac:inkMkLst>
        </pc:inkChg>
        <pc:inkChg chg="add del">
          <ac:chgData name="B shiva sai prasad" userId="18c46517b58790f9" providerId="LiveId" clId="{2DC46415-9213-4381-80D7-2E41079A3D25}" dt="2026-01-02T18:46:03.438" v="917"/>
          <ac:inkMkLst>
            <pc:docMk/>
            <pc:sldMk cId="1749545050" sldId="256"/>
            <ac:inkMk id="11" creationId="{84E7D2C4-4F7F-46AE-A790-D15B23D2F26E}"/>
          </ac:inkMkLst>
        </pc:inkChg>
        <pc:inkChg chg="add del">
          <ac:chgData name="B shiva sai prasad" userId="18c46517b58790f9" providerId="LiveId" clId="{2DC46415-9213-4381-80D7-2E41079A3D25}" dt="2026-01-02T18:44:13.213" v="902"/>
          <ac:inkMkLst>
            <pc:docMk/>
            <pc:sldMk cId="1749545050" sldId="256"/>
            <ac:inkMk id="12" creationId="{4728565D-0D61-494A-B757-08FDF280FB2E}"/>
          </ac:inkMkLst>
        </pc:inkChg>
        <pc:inkChg chg="add del">
          <ac:chgData name="B shiva sai prasad" userId="18c46517b58790f9" providerId="LiveId" clId="{2DC46415-9213-4381-80D7-2E41079A3D25}" dt="2026-01-02T18:45:19.444" v="910"/>
          <ac:inkMkLst>
            <pc:docMk/>
            <pc:sldMk cId="1749545050" sldId="256"/>
            <ac:inkMk id="13" creationId="{320B7307-6031-409A-A45D-D0F48EBB65B1}"/>
          </ac:inkMkLst>
        </pc:inkChg>
        <pc:inkChg chg="add del">
          <ac:chgData name="B shiva sai prasad" userId="18c46517b58790f9" providerId="LiveId" clId="{2DC46415-9213-4381-80D7-2E41079A3D25}" dt="2026-01-02T18:45:36.505" v="913"/>
          <ac:inkMkLst>
            <pc:docMk/>
            <pc:sldMk cId="1749545050" sldId="256"/>
            <ac:inkMk id="14" creationId="{77959B03-BE14-4BA8-9625-F86380AF1BF6}"/>
          </ac:inkMkLst>
        </pc:inkChg>
        <pc:inkChg chg="add">
          <ac:chgData name="B shiva sai prasad" userId="18c46517b58790f9" providerId="LiveId" clId="{2DC46415-9213-4381-80D7-2E41079A3D25}" dt="2026-01-02T18:44:45.078" v="906" actId="9405"/>
          <ac:inkMkLst>
            <pc:docMk/>
            <pc:sldMk cId="1749545050" sldId="256"/>
            <ac:inkMk id="15" creationId="{2B7BB640-B8C8-4F66-A550-27C9ADB61187}"/>
          </ac:inkMkLst>
        </pc:inkChg>
        <pc:inkChg chg="add del">
          <ac:chgData name="B shiva sai prasad" userId="18c46517b58790f9" providerId="LiveId" clId="{2DC46415-9213-4381-80D7-2E41079A3D25}" dt="2026-01-02T18:45:36.505" v="914"/>
          <ac:inkMkLst>
            <pc:docMk/>
            <pc:sldMk cId="1749545050" sldId="256"/>
            <ac:inkMk id="16" creationId="{B6C86316-BCBF-47AE-A9BC-CFDE30A983EB}"/>
          </ac:inkMkLst>
        </pc:inkChg>
        <pc:inkChg chg="add del">
          <ac:chgData name="B shiva sai prasad" userId="18c46517b58790f9" providerId="LiveId" clId="{2DC46415-9213-4381-80D7-2E41079A3D25}" dt="2026-01-02T18:45:19.444" v="909"/>
          <ac:inkMkLst>
            <pc:docMk/>
            <pc:sldMk cId="1749545050" sldId="256"/>
            <ac:inkMk id="17" creationId="{8B5CB9D0-6449-47F7-8AF9-064210D02ECD}"/>
          </ac:inkMkLst>
        </pc:inkChg>
        <pc:inkChg chg="add del">
          <ac:chgData name="B shiva sai prasad" userId="18c46517b58790f9" providerId="LiveId" clId="{2DC46415-9213-4381-80D7-2E41079A3D25}" dt="2026-01-02T18:45:36.505" v="912"/>
          <ac:inkMkLst>
            <pc:docMk/>
            <pc:sldMk cId="1749545050" sldId="256"/>
            <ac:inkMk id="18" creationId="{FD5A48FE-6066-452C-BFF8-3EBBCEBFAB8D}"/>
          </ac:inkMkLst>
        </pc:inkChg>
        <pc:inkChg chg="add del">
          <ac:chgData name="B shiva sai prasad" userId="18c46517b58790f9" providerId="LiveId" clId="{2DC46415-9213-4381-80D7-2E41079A3D25}" dt="2026-01-02T18:46:03.438" v="919"/>
          <ac:inkMkLst>
            <pc:docMk/>
            <pc:sldMk cId="1749545050" sldId="256"/>
            <ac:inkMk id="19" creationId="{B6D963B3-0EA9-476E-8998-B49EACF7314B}"/>
          </ac:inkMkLst>
        </pc:inkChg>
        <pc:inkChg chg="add del">
          <ac:chgData name="B shiva sai prasad" userId="18c46517b58790f9" providerId="LiveId" clId="{2DC46415-9213-4381-80D7-2E41079A3D25}" dt="2026-01-02T18:46:03.438" v="918"/>
          <ac:inkMkLst>
            <pc:docMk/>
            <pc:sldMk cId="1749545050" sldId="256"/>
            <ac:inkMk id="20" creationId="{18DA1160-4C62-4F2C-BDC4-399A741B9359}"/>
          </ac:inkMkLst>
        </pc:inkChg>
        <pc:inkChg chg="add">
          <ac:chgData name="B shiva sai prasad" userId="18c46517b58790f9" providerId="LiveId" clId="{2DC46415-9213-4381-80D7-2E41079A3D25}" dt="2026-01-02T18:46:12.889" v="920" actId="9405"/>
          <ac:inkMkLst>
            <pc:docMk/>
            <pc:sldMk cId="1749545050" sldId="256"/>
            <ac:inkMk id="21" creationId="{A7A0C4C9-E42C-4E4B-A9DB-3DBD266D0C53}"/>
          </ac:inkMkLst>
        </pc:inkChg>
        <pc:inkChg chg="add del">
          <ac:chgData name="B shiva sai prasad" userId="18c46517b58790f9" providerId="LiveId" clId="{2DC46415-9213-4381-80D7-2E41079A3D25}" dt="2026-01-02T18:48:12.989" v="938" actId="9405"/>
          <ac:inkMkLst>
            <pc:docMk/>
            <pc:sldMk cId="1749545050" sldId="256"/>
            <ac:inkMk id="22" creationId="{B5A246C2-388E-401E-80CD-4F7CBBAB7CB2}"/>
          </ac:inkMkLst>
        </pc:inkChg>
        <pc:inkChg chg="add del">
          <ac:chgData name="B shiva sai prasad" userId="18c46517b58790f9" providerId="LiveId" clId="{2DC46415-9213-4381-80D7-2E41079A3D25}" dt="2026-01-02T18:48:12.221" v="937" actId="9405"/>
          <ac:inkMkLst>
            <pc:docMk/>
            <pc:sldMk cId="1749545050" sldId="256"/>
            <ac:inkMk id="23" creationId="{AA0E30D1-EE73-4C63-82FB-AC6CA5AFD39C}"/>
          </ac:inkMkLst>
        </pc:inkChg>
        <pc:inkChg chg="add del">
          <ac:chgData name="B shiva sai prasad" userId="18c46517b58790f9" providerId="LiveId" clId="{2DC46415-9213-4381-80D7-2E41079A3D25}" dt="2026-01-02T18:47:21.557" v="925" actId="9405"/>
          <ac:inkMkLst>
            <pc:docMk/>
            <pc:sldMk cId="1749545050" sldId="256"/>
            <ac:inkMk id="24" creationId="{D3814AF3-1AA0-4381-8BB0-11BD9D80F97B}"/>
          </ac:inkMkLst>
        </pc:inkChg>
        <pc:inkChg chg="add del">
          <ac:chgData name="B shiva sai prasad" userId="18c46517b58790f9" providerId="LiveId" clId="{2DC46415-9213-4381-80D7-2E41079A3D25}" dt="2026-01-02T18:48:10.682" v="935" actId="9405"/>
          <ac:inkMkLst>
            <pc:docMk/>
            <pc:sldMk cId="1749545050" sldId="256"/>
            <ac:inkMk id="25" creationId="{28040D7C-807D-4903-872A-D7A6E3866E8F}"/>
          </ac:inkMkLst>
        </pc:inkChg>
        <pc:inkChg chg="add del">
          <ac:chgData name="B shiva sai prasad" userId="18c46517b58790f9" providerId="LiveId" clId="{2DC46415-9213-4381-80D7-2E41079A3D25}" dt="2026-01-02T18:48:10.421" v="934" actId="9405"/>
          <ac:inkMkLst>
            <pc:docMk/>
            <pc:sldMk cId="1749545050" sldId="256"/>
            <ac:inkMk id="26" creationId="{36168FE4-A085-49E6-B581-6991491AC4EF}"/>
          </ac:inkMkLst>
        </pc:inkChg>
        <pc:inkChg chg="add del">
          <ac:chgData name="B shiva sai prasad" userId="18c46517b58790f9" providerId="LiveId" clId="{2DC46415-9213-4381-80D7-2E41079A3D25}" dt="2026-01-02T18:48:10.096" v="933" actId="9405"/>
          <ac:inkMkLst>
            <pc:docMk/>
            <pc:sldMk cId="1749545050" sldId="256"/>
            <ac:inkMk id="27" creationId="{17943BA1-A0CB-4B5D-AB4B-ECDEFF09500A}"/>
          </ac:inkMkLst>
        </pc:inkChg>
        <pc:inkChg chg="add del">
          <ac:chgData name="B shiva sai prasad" userId="18c46517b58790f9" providerId="LiveId" clId="{2DC46415-9213-4381-80D7-2E41079A3D25}" dt="2026-01-02T18:48:09.789" v="932" actId="9405"/>
          <ac:inkMkLst>
            <pc:docMk/>
            <pc:sldMk cId="1749545050" sldId="256"/>
            <ac:inkMk id="28" creationId="{22107583-CA46-499C-9983-ABBE04DF18EB}"/>
          </ac:inkMkLst>
        </pc:inkChg>
        <pc:inkChg chg="add del">
          <ac:chgData name="B shiva sai prasad" userId="18c46517b58790f9" providerId="LiveId" clId="{2DC46415-9213-4381-80D7-2E41079A3D25}" dt="2026-01-02T18:48:09.468" v="931" actId="9405"/>
          <ac:inkMkLst>
            <pc:docMk/>
            <pc:sldMk cId="1749545050" sldId="256"/>
            <ac:inkMk id="29" creationId="{85E52672-C404-453E-800D-154DFB87E4E1}"/>
          </ac:inkMkLst>
        </pc:inkChg>
        <pc:inkChg chg="add">
          <ac:chgData name="B shiva sai prasad" userId="18c46517b58790f9" providerId="LiveId" clId="{2DC46415-9213-4381-80D7-2E41079A3D25}" dt="2026-01-02T18:48:13.571" v="939" actId="9405"/>
          <ac:inkMkLst>
            <pc:docMk/>
            <pc:sldMk cId="1749545050" sldId="256"/>
            <ac:inkMk id="30" creationId="{F86EB70B-0D38-4C4A-B9FE-A70C82851D2A}"/>
          </ac:inkMkLst>
        </pc:inkChg>
        <pc:inkChg chg="add">
          <ac:chgData name="B shiva sai prasad" userId="18c46517b58790f9" providerId="LiveId" clId="{2DC46415-9213-4381-80D7-2E41079A3D25}" dt="2026-01-02T18:48:44.770" v="940" actId="9405"/>
          <ac:inkMkLst>
            <pc:docMk/>
            <pc:sldMk cId="1749545050" sldId="256"/>
            <ac:inkMk id="31" creationId="{5E2D56B9-72F2-495E-B94B-A1B272FFDB08}"/>
          </ac:inkMkLst>
        </pc:inkChg>
        <pc:inkChg chg="add">
          <ac:chgData name="B shiva sai prasad" userId="18c46517b58790f9" providerId="LiveId" clId="{2DC46415-9213-4381-80D7-2E41079A3D25}" dt="2026-01-02T18:48:55.147" v="941" actId="9405"/>
          <ac:inkMkLst>
            <pc:docMk/>
            <pc:sldMk cId="1749545050" sldId="256"/>
            <ac:inkMk id="32" creationId="{E5C4A11D-DCD1-4722-BF30-0905BF5A4430}"/>
          </ac:inkMkLst>
        </pc:inkChg>
      </pc:sldChg>
      <pc:sldChg chg="addSp delSp modSp mod">
        <pc:chgData name="B shiva sai prasad" userId="18c46517b58790f9" providerId="LiveId" clId="{2DC46415-9213-4381-80D7-2E41079A3D25}" dt="2026-01-02T18:13:27.854" v="495" actId="255"/>
        <pc:sldMkLst>
          <pc:docMk/>
          <pc:sldMk cId="4167750008" sldId="257"/>
        </pc:sldMkLst>
        <pc:spChg chg="add mod">
          <ac:chgData name="B shiva sai prasad" userId="18c46517b58790f9" providerId="LiveId" clId="{2DC46415-9213-4381-80D7-2E41079A3D25}" dt="2026-01-02T18:08:31.963" v="140" actId="115"/>
          <ac:spMkLst>
            <pc:docMk/>
            <pc:sldMk cId="4167750008" sldId="257"/>
            <ac:spMk id="2" creationId="{D5FF3B8F-2C44-4060-9291-165D838685E2}"/>
          </ac:spMkLst>
        </pc:spChg>
        <pc:spChg chg="add mod">
          <ac:chgData name="B shiva sai prasad" userId="18c46517b58790f9" providerId="LiveId" clId="{2DC46415-9213-4381-80D7-2E41079A3D25}" dt="2026-01-02T18:13:27.854" v="495" actId="255"/>
          <ac:spMkLst>
            <pc:docMk/>
            <pc:sldMk cId="4167750008" sldId="257"/>
            <ac:spMk id="3" creationId="{96EDDC03-238E-47D2-BDA7-215A2C158D98}"/>
          </ac:spMkLst>
        </pc:spChg>
        <pc:picChg chg="del">
          <ac:chgData name="B shiva sai prasad" userId="18c46517b58790f9" providerId="LiveId" clId="{2DC46415-9213-4381-80D7-2E41079A3D25}" dt="2026-01-02T18:07:57.831" v="113" actId="478"/>
          <ac:picMkLst>
            <pc:docMk/>
            <pc:sldMk cId="4167750008" sldId="257"/>
            <ac:picMk id="5" creationId="{0286C552-8591-4FC3-8037-121E3344EE35}"/>
          </ac:picMkLst>
        </pc:picChg>
      </pc:sldChg>
      <pc:sldChg chg="modSp mod">
        <pc:chgData name="B shiva sai prasad" userId="18c46517b58790f9" providerId="LiveId" clId="{2DC46415-9213-4381-80D7-2E41079A3D25}" dt="2026-01-02T18:26:03.692" v="727"/>
        <pc:sldMkLst>
          <pc:docMk/>
          <pc:sldMk cId="1405339191" sldId="262"/>
        </pc:sldMkLst>
        <pc:spChg chg="mod">
          <ac:chgData name="B shiva sai prasad" userId="18c46517b58790f9" providerId="LiveId" clId="{2DC46415-9213-4381-80D7-2E41079A3D25}" dt="2026-01-02T18:23:56.487" v="675" actId="1076"/>
          <ac:spMkLst>
            <pc:docMk/>
            <pc:sldMk cId="1405339191" sldId="262"/>
            <ac:spMk id="3" creationId="{65F68D7E-A4BF-49DA-94D9-15301363F420}"/>
          </ac:spMkLst>
        </pc:spChg>
        <pc:spChg chg="mod">
          <ac:chgData name="B shiva sai prasad" userId="18c46517b58790f9" providerId="LiveId" clId="{2DC46415-9213-4381-80D7-2E41079A3D25}" dt="2026-01-02T18:26:03.692" v="727"/>
          <ac:spMkLst>
            <pc:docMk/>
            <pc:sldMk cId="1405339191" sldId="262"/>
            <ac:spMk id="5" creationId="{E765F572-4271-44F2-BC9B-6AA78290B488}"/>
          </ac:spMkLst>
        </pc:spChg>
      </pc:sldChg>
      <pc:sldChg chg="addSp delSp modSp mod">
        <pc:chgData name="B shiva sai prasad" userId="18c46517b58790f9" providerId="LiveId" clId="{2DC46415-9213-4381-80D7-2E41079A3D25}" dt="2026-01-02T18:05:03.486" v="112" actId="1076"/>
        <pc:sldMkLst>
          <pc:docMk/>
          <pc:sldMk cId="2766298551" sldId="266"/>
        </pc:sldMkLst>
        <pc:spChg chg="add mod">
          <ac:chgData name="B shiva sai prasad" userId="18c46517b58790f9" providerId="LiveId" clId="{2DC46415-9213-4381-80D7-2E41079A3D25}" dt="2026-01-02T18:05:03.486" v="112" actId="1076"/>
          <ac:spMkLst>
            <pc:docMk/>
            <pc:sldMk cId="2766298551" sldId="266"/>
            <ac:spMk id="5" creationId="{FF6993BB-46E7-4347-A7A4-3B5C68F6626E}"/>
          </ac:spMkLst>
        </pc:spChg>
        <pc:picChg chg="add mod">
          <ac:chgData name="B shiva sai prasad" userId="18c46517b58790f9" providerId="LiveId" clId="{2DC46415-9213-4381-80D7-2E41079A3D25}" dt="2026-01-02T06:17:58.831" v="10" actId="14100"/>
          <ac:picMkLst>
            <pc:docMk/>
            <pc:sldMk cId="2766298551" sldId="266"/>
            <ac:picMk id="3" creationId="{729A2293-37E8-4438-B982-E517CB52A0A1}"/>
          </ac:picMkLst>
        </pc:picChg>
        <pc:picChg chg="del">
          <ac:chgData name="B shiva sai prasad" userId="18c46517b58790f9" providerId="LiveId" clId="{2DC46415-9213-4381-80D7-2E41079A3D25}" dt="2026-01-02T06:15:34.236" v="5" actId="478"/>
          <ac:picMkLst>
            <pc:docMk/>
            <pc:sldMk cId="2766298551" sldId="266"/>
            <ac:picMk id="4" creationId="{678A31FC-A245-401F-AE2A-1319289AA0C4}"/>
          </ac:picMkLst>
        </pc:picChg>
      </pc:sldChg>
      <pc:sldChg chg="modSp mod">
        <pc:chgData name="B shiva sai prasad" userId="18c46517b58790f9" providerId="LiveId" clId="{2DC46415-9213-4381-80D7-2E41079A3D25}" dt="2026-01-02T18:28:34.792" v="786" actId="1076"/>
        <pc:sldMkLst>
          <pc:docMk/>
          <pc:sldMk cId="64660417" sldId="267"/>
        </pc:sldMkLst>
        <pc:spChg chg="mod">
          <ac:chgData name="B shiva sai prasad" userId="18c46517b58790f9" providerId="LiveId" clId="{2DC46415-9213-4381-80D7-2E41079A3D25}" dt="2026-01-02T18:22:08.020" v="648" actId="255"/>
          <ac:spMkLst>
            <pc:docMk/>
            <pc:sldMk cId="64660417" sldId="267"/>
            <ac:spMk id="5" creationId="{45A9B1D6-FF2D-462B-BA54-EF1F0CBE7D82}"/>
          </ac:spMkLst>
        </pc:spChg>
        <pc:spChg chg="mod">
          <ac:chgData name="B shiva sai prasad" userId="18c46517b58790f9" providerId="LiveId" clId="{2DC46415-9213-4381-80D7-2E41079A3D25}" dt="2026-01-02T18:28:34.792" v="786" actId="1076"/>
          <ac:spMkLst>
            <pc:docMk/>
            <pc:sldMk cId="64660417" sldId="267"/>
            <ac:spMk id="7" creationId="{466D7657-96AC-45A4-AC2E-9AE4C77FF94C}"/>
          </ac:spMkLst>
        </pc:spChg>
      </pc:sldChg>
      <pc:sldChg chg="modSp mod">
        <pc:chgData name="B shiva sai prasad" userId="18c46517b58790f9" providerId="LiveId" clId="{2DC46415-9213-4381-80D7-2E41079A3D25}" dt="2026-01-02T18:57:41.720" v="975" actId="14100"/>
        <pc:sldMkLst>
          <pc:docMk/>
          <pc:sldMk cId="2002689094" sldId="268"/>
        </pc:sldMkLst>
        <pc:graphicFrameChg chg="mod">
          <ac:chgData name="B shiva sai prasad" userId="18c46517b58790f9" providerId="LiveId" clId="{2DC46415-9213-4381-80D7-2E41079A3D25}" dt="2026-01-02T18:57:41.720" v="975" actId="14100"/>
          <ac:graphicFrameMkLst>
            <pc:docMk/>
            <pc:sldMk cId="2002689094" sldId="268"/>
            <ac:graphicFrameMk id="2" creationId="{D4FE6383-E72D-4D17-A743-D4F2DB52A6C9}"/>
          </ac:graphicFrameMkLst>
        </pc:graphicFrameChg>
      </pc:sldChg>
      <pc:sldChg chg="modSp mod setBg">
        <pc:chgData name="B shiva sai prasad" userId="18c46517b58790f9" providerId="LiveId" clId="{2DC46415-9213-4381-80D7-2E41079A3D25}" dt="2026-01-02T18:30:55.555" v="854" actId="20577"/>
        <pc:sldMkLst>
          <pc:docMk/>
          <pc:sldMk cId="2034119470" sldId="269"/>
        </pc:sldMkLst>
        <pc:spChg chg="mod">
          <ac:chgData name="B shiva sai prasad" userId="18c46517b58790f9" providerId="LiveId" clId="{2DC46415-9213-4381-80D7-2E41079A3D25}" dt="2026-01-02T18:30:55.555" v="854" actId="20577"/>
          <ac:spMkLst>
            <pc:docMk/>
            <pc:sldMk cId="2034119470" sldId="269"/>
            <ac:spMk id="4" creationId="{7785E943-F7DF-4D9F-9072-5211A3E7CE25}"/>
          </ac:spMkLst>
        </pc:spChg>
        <pc:spChg chg="mod">
          <ac:chgData name="B shiva sai prasad" userId="18c46517b58790f9" providerId="LiveId" clId="{2DC46415-9213-4381-80D7-2E41079A3D25}" dt="2026-01-02T18:14:06.653" v="502" actId="115"/>
          <ac:spMkLst>
            <pc:docMk/>
            <pc:sldMk cId="2034119470" sldId="269"/>
            <ac:spMk id="5" creationId="{3E08C556-E2F8-48E9-8154-DC914049BF19}"/>
          </ac:spMkLst>
        </pc:spChg>
      </pc:sldChg>
      <pc:sldChg chg="addSp delSp modSp mod setBg">
        <pc:chgData name="B shiva sai prasad" userId="18c46517b58790f9" providerId="LiveId" clId="{2DC46415-9213-4381-80D7-2E41079A3D25}" dt="2026-01-02T18:32:04.235" v="860" actId="1076"/>
        <pc:sldMkLst>
          <pc:docMk/>
          <pc:sldMk cId="2390939530" sldId="270"/>
        </pc:sldMkLst>
        <pc:spChg chg="add del mod">
          <ac:chgData name="B shiva sai prasad" userId="18c46517b58790f9" providerId="LiveId" clId="{2DC46415-9213-4381-80D7-2E41079A3D25}" dt="2026-01-02T18:18:42.535" v="599" actId="478"/>
          <ac:spMkLst>
            <pc:docMk/>
            <pc:sldMk cId="2390939530" sldId="270"/>
            <ac:spMk id="2" creationId="{6FD4F044-0950-460E-BE5D-76B68888EF72}"/>
          </ac:spMkLst>
        </pc:spChg>
        <pc:spChg chg="add mod">
          <ac:chgData name="B shiva sai prasad" userId="18c46517b58790f9" providerId="LiveId" clId="{2DC46415-9213-4381-80D7-2E41079A3D25}" dt="2026-01-02T18:32:04.235" v="860" actId="1076"/>
          <ac:spMkLst>
            <pc:docMk/>
            <pc:sldMk cId="2390939530" sldId="270"/>
            <ac:spMk id="3" creationId="{42863C14-1A72-4BEF-900B-B65B762D6316}"/>
          </ac:spMkLst>
        </pc:spChg>
        <pc:spChg chg="add mod">
          <ac:chgData name="B shiva sai prasad" userId="18c46517b58790f9" providerId="LiveId" clId="{2DC46415-9213-4381-80D7-2E41079A3D25}" dt="2026-01-02T18:31:57.952" v="859" actId="207"/>
          <ac:spMkLst>
            <pc:docMk/>
            <pc:sldMk cId="2390939530" sldId="270"/>
            <ac:spMk id="4" creationId="{635176F3-C67C-4EF9-B207-1286715D8655}"/>
          </ac:spMkLst>
        </pc:spChg>
        <pc:spChg chg="mod">
          <ac:chgData name="B shiva sai prasad" userId="18c46517b58790f9" providerId="LiveId" clId="{2DC46415-9213-4381-80D7-2E41079A3D25}" dt="2026-01-02T18:17:21.679" v="567" actId="115"/>
          <ac:spMkLst>
            <pc:docMk/>
            <pc:sldMk cId="2390939530" sldId="270"/>
            <ac:spMk id="5" creationId="{4E638465-A761-4E11-AFF7-2F68EDB5F60F}"/>
          </ac:spMkLst>
        </pc:spChg>
        <pc:spChg chg="mod">
          <ac:chgData name="B shiva sai prasad" userId="18c46517b58790f9" providerId="LiveId" clId="{2DC46415-9213-4381-80D7-2E41079A3D25}" dt="2026-01-02T18:31:50.737" v="857" actId="207"/>
          <ac:spMkLst>
            <pc:docMk/>
            <pc:sldMk cId="2390939530" sldId="270"/>
            <ac:spMk id="6" creationId="{684F29E9-7E8E-4BF1-91CB-75CCF5843ECF}"/>
          </ac:spMkLst>
        </pc:spChg>
      </pc:sldChg>
      <pc:sldChg chg="modSp mod">
        <pc:chgData name="B shiva sai prasad" userId="18c46517b58790f9" providerId="LiveId" clId="{2DC46415-9213-4381-80D7-2E41079A3D25}" dt="2026-01-02T18:21:43.475" v="643" actId="255"/>
        <pc:sldMkLst>
          <pc:docMk/>
          <pc:sldMk cId="3275979169" sldId="271"/>
        </pc:sldMkLst>
        <pc:spChg chg="mod">
          <ac:chgData name="B shiva sai prasad" userId="18c46517b58790f9" providerId="LiveId" clId="{2DC46415-9213-4381-80D7-2E41079A3D25}" dt="2026-01-02T18:21:23.693" v="640" actId="27636"/>
          <ac:spMkLst>
            <pc:docMk/>
            <pc:sldMk cId="3275979169" sldId="271"/>
            <ac:spMk id="2" creationId="{FC16A567-0D89-4B69-8EED-8E8C9170928E}"/>
          </ac:spMkLst>
        </pc:spChg>
        <pc:spChg chg="mod">
          <ac:chgData name="B shiva sai prasad" userId="18c46517b58790f9" providerId="LiveId" clId="{2DC46415-9213-4381-80D7-2E41079A3D25}" dt="2026-01-02T18:21:43.475" v="643" actId="255"/>
          <ac:spMkLst>
            <pc:docMk/>
            <pc:sldMk cId="3275979169" sldId="271"/>
            <ac:spMk id="3" creationId="{D4441F46-421B-4C5A-ACEB-3A738BB6447C}"/>
          </ac:spMkLst>
        </pc:spChg>
      </pc:sldChg>
      <pc:sldChg chg="modSp mod">
        <pc:chgData name="B shiva sai prasad" userId="18c46517b58790f9" providerId="LiveId" clId="{2DC46415-9213-4381-80D7-2E41079A3D25}" dt="2026-01-02T18:32:32.238" v="876" actId="20577"/>
        <pc:sldMkLst>
          <pc:docMk/>
          <pc:sldMk cId="683260029" sldId="272"/>
        </pc:sldMkLst>
        <pc:spChg chg="mod">
          <ac:chgData name="B shiva sai prasad" userId="18c46517b58790f9" providerId="LiveId" clId="{2DC46415-9213-4381-80D7-2E41079A3D25}" dt="2026-01-02T18:21:01.162" v="635" actId="115"/>
          <ac:spMkLst>
            <pc:docMk/>
            <pc:sldMk cId="683260029" sldId="272"/>
            <ac:spMk id="2" creationId="{A0A05ED9-E305-4600-98EC-2F51847C33F3}"/>
          </ac:spMkLst>
        </pc:spChg>
        <pc:spChg chg="mod">
          <ac:chgData name="B shiva sai prasad" userId="18c46517b58790f9" providerId="LiveId" clId="{2DC46415-9213-4381-80D7-2E41079A3D25}" dt="2026-01-02T18:32:32.238" v="876" actId="20577"/>
          <ac:spMkLst>
            <pc:docMk/>
            <pc:sldMk cId="683260029" sldId="272"/>
            <ac:spMk id="3" creationId="{D1D0BBB7-C6EB-4B08-9AA1-DAB5F7830D77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2T18:44:01.597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2T18:44:01.97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2T18:44:45.07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1470 3790,'4'-16,"-1"13,-7 28,-2-1,-9 30,-7 20,-266 1464,273-1398,16-106,-1-34,0 0,0 0,0 0,1 0,-1 0,0-1,0 1,0 0,0 0,0 0,0 0,1 0,-1 0,0 0,0 0,0-1,0 1,0 0,1 0,-1 0,0 0,0 0,0 0,0 0,1 0,-1 0,0 0,0 0,0 0,0 0,1 0,-1 0,0 0,0 0,0 0,0 0,1 1,-1-1,0 0,0 0,0 0,0 0,0 0,1 0,-1 0,0 0,0 1,0-1,0 0,0 0,0 0,0 0,0 1,0-1,1 0,-1 0,0 0,0 0,0 1,0-1,0 0,0 0,10-26,0-2,9-43,61-274,35-228,25-175,3-70,-11 48,-27 131,-32 170,-38 190,-34 269,-1-1,0 0,-2-18,2 29,0 0,0-1,0 1,0 0,0-1,0 1,0-1,0 1,0 0,0-1,0 1,0 0,0-1,0 1,0 0,-1-1,1 1,0 0,0-1,0 1,-1 0,1 0,0-1,0 1,-1 0,1 0,0-1,-1 1,1 0,0 0,0 0,-1 0,1-1,0 1,-1 0,1 0,-1 0,1 0,0 0,-1 0,1 0,0 0,-1 0,1 0,0 0,-1 0,1 0,0 0,-1 1,1-1,0 0,-1 0,1 0,0 0,-1 1,1-1,0 0,0 0,-1 0,1 1,0-1,0 0,-1 1,1-1,0 0,-6 8,1-1,0 1,0 0,-5 13,-37 89,-91 275,-47 175,-702 2407,859-2866,28-98,3-9,12-37,54-180,60-183,645-1894,-701 2109,-68 177,1 0,0 1,12-19,-15 33,-3 10,-11 50,-52 185,-57 184,-46 153,37-128,-408 1412,442-1546,5-13,157-543,36-141,78-327,51-201,15-71,-17 59,-39 158,-47 195,-45 191,-46 169,-44 163,-10 37,-3 13,-51 165,-79 258,-82 234,-50 174,-661 2189,795-2596,-36 117,46-161,36-126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2T18:46:12.8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4229 2602,'-849'465,"830"-453,0 0,-28 24,47-36,0 0,-1 0,1 0,0 0,-1 0,1 1,0-1,-1 0,1 0,0 1,0-1,-1 0,1 0,0 1,0-1,0 0,-1 1,1-1,0 0,0 1,0-1,0 0,0 1,0-1,0 0,0 1,0-1,0 1,0-1,0 0,0 1,0-1,0 0,0 1,0-1,0 0,0 1,0-1,1 0,-1 1,0-1,0 0,1 1,1 0,1-1,0 0,0 0,-1 1,1-2,0 1,-1 0,1 0,4-2,181-54,159-69,146-55,1240-488,-28-95,-1381 597,-87 38,-179 96,134-82,-175 99,-17 15,0-1,0 1,1 0,-1 0,0 0,0 0,0-1,0 1,0 0,0 0,0 0,0 0,0-1,0 1,0 0,0 0,0 0,0 0,0-1,0 1,0 0,0 0,0 0,0 0,0-1,-1 1,1 0,0 0,0 0,0 0,0-1,0 1,0 0,0 0,-1 0,1 0,0 0,0 0,0 0,0-1,0 1,-1 0,1 0,0 0,0 0,0 0,-1 0,1 0,0 0,0 0,0 0,0 0,-1 0,1 0,0 0,0 0,0 0,0 0,-1 0,1 1,-17 1,1 0,0 2,-29 9,-187 65,-147 58,-131 59,-104 56,-1547 685,53 138,2024-1024,74-42,25-12,279-142,-184 87,321-173,95-54,799-478,-38-56,-973 602,-98 60,-197 144,-1-1,0-1,29-33,-47 49,1-1,-1 1,0 0,1-1,-1 1,0 0,1-1,-1 1,0 0,1-1,-1 1,0-1,0 1,0-1,1 1,-1-1,0 1,0-1,0 1,0-1,0 1,0 0,0-1,0 1,0-1,0 1,0-1,0 1,0-1,-1 1,1-1,0 1,0-1,0 1,-1-1,1 1,0 0,0-1,-1 1,1 0,0-1,-1 1,0-1,-2 1,-1-1,1 1,-1 0,1 0,-1 1,0-1,1 1,-1 0,1 0,-4 1,-67 24,-91 47,-300 167,-207 155,-160 126,-954 678,33 54,1187-835,179-128,161-112,172-128,52-49,1 0,-1 1,1-1,-1 1,1-1,0 1,0-1,0 1,0 0,0 0,0-1,0 1,1 0,-2 3,10 0,11-8,61-25,243-124,235-142,203-141,139-104,68-41,820-498,-49-18,-1271 784,-179 108,-267 189,0-2,-1-1,37-40,-57 58,-1-1,0 1,1 0,-1-1,0 1,1 0,-1-1,0 1,1-1,-1 1,0-1,0 1,1 0,-1-1,0 1,0-1,0 1,0-1,0 1,1-1,-1 1,0-1,0 1,0-1,-1 1,1-1,0 1,0-1,0 1,0-1,0 1,0-1,-1 1,1-1,0 1,0-1,-1 1,1 0,0-1,-1 1,1 0,0-1,-1 1,1 0,-1-1,0 1,-3-1,0 1,0 0,-1-1,1 2,0-1,0 0,0 1,-8 2,-64 20,-85 37,-266 127,-162 98,-109 82,-2587 1562,2927-1698,121-78,101-61,87-54,49-35,8-4,34-15,493-245,-9-17,132-76,2019-1306,-2233 1347,-129 82,-129 85,-178 140,-1 0,0-1,0 0,10-15,-17 22,0-1,1 1,-1 0,0-1,0 1,0 0,0-1,1 1,-1 0,0-1,0 1,0 0,0-1,0 1,0 0,0-1,0 1,0 0,0-1,0 1,0 0,0-1,-1 1,1 0,0-1,0 1,0 0,0-1,0 1,-1 0,1 0,0-1,0 1,-1 0,1 0,0-1,0 1,-1 0,1 0,0 0,-1-1,1 1,0 0,-1 0,1 0,0 0,-1 0,1 0,0 0,-1 0,1 0,0 0,-1 0,1 0,0 0,-1 0,1 0,0 0,-1 0,1 0,0 0,-1 0,1 1,0-1,-1 0,1 0,-26 8,0 0,1 2,-26 13,-292 151,-179 127,-132 103,-86 68,-2836 2005,3161-2164,127-89,129-89,132-103,28-25,11-7,30-14,-1-2,49-26,322-163,249-142,203-124,145-94,1045-626,-45-65,-1325 793,-192 115,-180 112,-222 158,-83 71,0 0,0 0,-1 0,10-16,-16 23,1 0,-1-1,0 1,1-1,-1 1,0-1,1 1,-1-1,0 1,0-1,0 1,0-1,1 1,-1-1,0 1,0-1,0 1,0-1,0 0,0 1,0-1,0 1,0-1,-1 1,1-1,0 1,0-1,0 1,-1-1,1 1,0-1,0 1,-1-1,1 1,0-1,-1 1,1 0,-1-1,1 1,-1 0,1-1,0 1,-1 0,1 0,-1-1,0 1,1 0,-1 0,1 0,-1-1,-6 1,1 0,-1 1,1-1,-1 1,1 1,-1-1,-8 4,-77 29,-106 55,-306 175,-175 131,-111 95,-2950 2066,3314-2246,133-96,21-17,252-179,28-19,51-31,120-74,136-94,146-106,131-94,1027-741,-79-109,-1371 1094,-156 145,-1-1,-1-1,0 0,10-16,-21 29,1 0,-1 0,0-1,0 1,0 0,0 0,0 0,1-1,-1 1,0 0,0 0,0-1,0 1,0 0,0 0,0 0,0-1,0 1,0 0,0 0,0-1,0 1,0 0,0 0,0-1,0 1,0 0,0 0,0 0,0-1,0 1,-1 0,1 0,0-1,0 1,0 0,0 0,-1 0,1 0,0-1,0 1,0 0,0 0,-1 0,1 0,0 0,0 0,-1 0,1-1,0 1,0 0,0 0,-1 0,1 0,0 0,0 0,-1 0,1 0,-32 10,-121 67,-133 84,-104 80,-81 67,-979 699,1287-891,-342 246,69-41,84-61,91-69,172-126,-86 67,162-118,13-14,1 1,-1-1,0 0,1 0,-1 0,0 0,1 1,-1-1,0 0,1 0,-1 0,0 0,1 0,-1 0,0 0,1 0,-1 0,1 0,-1 0,0 0,1 0,-1 0,0 0,1-1,-1 1,0 0,1 0,-1 0,0 0,1-1,-1 1,0 0,0 0,1-1,109-54,131-80,130-82,99-70,873-598,-73-112,-1079 825,-75 57,-112 111,0 0,0 0,-1 0,1-1,-1 1,0-1,0 1,0-1,-1 0,3-6,-6 10,1 1,0 0,-1-1,1 1,0-1,-1 1,1 0,0-1,-1 1,1 0,-1 0,1-1,-1 1,1 0,-1 0,1 0,-1-1,1 1,-1 0,1 0,-1 0,1 0,-1 0,1 0,-1 0,1 0,-1 0,1 0,-1 1,1-1,-1 0,1 0,-1 0,1 1,-1-1,-50 19,-157 93,-160 114,-147 111,-117 99,-477 370,9 25,-21 16,908-688,117-83,92-72,11-6,37-23,197-122,241-159,226-151,174-109,1504-994,-52-80,-2056 1428,-247 187,-1-1,31-34,-56 50,-11 7,-3 6,1 0,-1 0,1 1,-8 5,-259 155,-239 182,-209 182,-159 161,-1318 1113,34 29,1660-1396,153-128,33-30,551-470,170-138,205-175,169-137,114-84,588-486,-46-19,-1086 919,-149 122,-187 183,-1-1,-1 1,0-1,0 0,0-1,8-17,-15 27,0-1,0 1,0 0,0-1,0 1,0-1,0 1,0 0,0-1,0 1,0-1,0 1,0 0,0-1,-1 1,1 0,0-1,0 1,0 0,-1-1,1 1,0 0,0-1,-1 1,1 0,0 0,-1-1,1 1,0 0,-1 0,1 0,0-1,-1 1,1 0,-1 0,1 0,0 0,-1 0,1 0,0 0,-1 0,1 0,-1 0,1 0,0 0,-1 0,1 0,-1 0,1 0,-1 1,-8 1,1 0,0 0,0 1,-13 6,-155 85,-76 61,-570 390,68-45,639-427,39-28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2T18:48:13.571"/>
    </inkml:context>
    <inkml:brush xml:id="br0">
      <inkml:brushProperty name="width" value="0.35" units="cm"/>
      <inkml:brushProperty name="height" value="0.35" units="cm"/>
      <inkml:brushProperty name="color" value="#849398"/>
      <inkml:brushProperty name="ignorePressure" value="1"/>
    </inkml:brush>
  </inkml:definitions>
  <inkml:trace contextRef="#ctx0" brushRef="#br0">0 1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2T18:48:44.770"/>
    </inkml:context>
    <inkml:brush xml:id="br0">
      <inkml:brushProperty name="width" value="0.35" units="cm"/>
      <inkml:brushProperty name="height" value="0.35" units="cm"/>
      <inkml:brushProperty name="color" value="#FFFFFF"/>
      <inkml:brushProperty name="ignorePressure" value="1"/>
    </inkml:brush>
  </inkml:definitions>
  <inkml:trace contextRef="#ctx0" brushRef="#br0">5125 500,'-219'-7,"66"-1,-1369-1,1587 5,70-11,-48 3,318-43,117-13,6 43,-460 25,-38-2,0 2,0 2,46 7,-64-4,-14 1,-25 3,-45 7,0-3,-113 5,-152-13,243-5,-12-1,-23 0,-205 22,1467-179,-350 52,-714 95,-13 2,0 1,0 3,83 3,-129 5,-14 2,-25 3,-456 70,394-67,-671 76,-7-50,682-38,0-5,0-3,1-4,-93-27,143 30,13 5,0-1,0-1,1-1,-37-20,113 44,12 9,-30-13,-1 3,44 23,-74-35,1 1,0 0,-1 0,8 8,-13-12,1 1,0-1,-1 1,1-1,0 1,-1 0,1-1,-1 1,1 0,-1 0,0-1,1 1,-1 0,0 0,1 0,-1-1,0 1,0 0,0 0,0 0,1 0,-1-1,-1 1,1 0,0 0,0 0,0 0,0 0,-1-1,1 1,0 0,0 0,-1-1,1 1,-1 0,1 0,-1-1,1 1,-1 0,1-1,-1 1,0-1,1 1,-1-1,0 1,-1 0,-3 2,-1-1,0 1,0-1,0-1,0 1,0-1,0 0,-10 0,-53-2,52 0,-100-10,-149-33,-8-2,93 29,-350 12,470 8,0 3,-96 22,156-28,-1 0,0 1,0-1,1 1,-1-1,0 1,1-1,-1 1,1 0,-1 0,1 0,-1 0,1 0,-1 0,1 0,0 1,0-1,-2 2,3-3,0 1,1 0,-1 0,0 0,0-1,0 1,0 0,1 0,-1-1,0 1,1 0,-1-1,0 1,1 0,-1-1,1 1,-1-1,1 1,0 0,-1-1,1 1,-1-1,1 0,0 1,-1-1,3 1,6 4,0-1,1 0,0 0,18 3,122 17,157 5,-197-21,-12-1,322 35,-358-32,98 11,-259-37,-745-6,844 22,-3 0,6 0,19 0,98 2,-64 3,-38-3,-1 0,34-2,-51 0,0 0,0 0,1 0,-1 0,0 0,0 0,1 0,-1 0,0 0,1 0,-1 0,0 0,0 0,1 0,-1 0,0 0,1 0,-1 0,0 0,0-1,1 1,-1 0,0 0,0 0,0 0,1-1,-1 1,0 0,0 0,0-1,1 1,-1 0,0 0,0-1,0 1,0 0,0 0,0-1,0 1,0 0,1 0,-1-1,0 1,0-1,-12-11,-25-9,-45-18,-1 3,-2 4,-2 4,0 3,-2 5,0 3,-1 4,-148-2,175 14,-1 3,-109 17,160-15,14 0,23 2,-19-5,397 97,-349-81,-47-13,-34-10,-80-17,-1 5,-116-4,-225 15,443 7,-44 3,48-3,1 1,0-1,0 0,0 1,0-1,0 1,-1 0,1 0,0-1,1 1,-1 1,0-1,0 0,0 0,1 1,-1-1,-2 4,4-5,0 1,-1-1,1 1,0-1,0 1,0-1,0 1,0-1,0 1,1-1,-1 1,0-1,0 1,0-1,0 0,0 1,1-1,-1 1,0-1,0 1,1-1,-1 0,0 1,1-1,-1 0,1 1,-1-1,0 0,1 1,-1-1,1 0,0 0,16 9,24 5,0-3,0-1,82 7,-18-2,-69-8,-173-27,-156-2,289 22,-167 3,144-1,-1 1,1 2,0 1,-30 11,54-16,0 0,0 0,0 0,0 1,0-1,1 1,-1 0,0 0,1 0,-1 0,1 0,0 1,0-1,-3 5,4-5,1-1,-1 1,1 0,-1-1,1 1,0 0,0 0,0-1,0 1,0 0,0-1,0 1,1 0,-1-1,0 1,1 0,0-1,-1 1,1-1,0 1,0-1,0 1,0-1,0 0,0 1,0-1,0 0,1 0,1 2,11 8,-1-1,2 0,-1-1,1-1,20 8,-34-15,0 0,0-1,0 1,0-1,0 1,1-1,-1 0,0 1,0-1,0 0,1 0,-1 0,0 0,0 0,1 0,-1 0,0-1,2 1,-2-1,-1 1,0-1,1 1,-1-1,0 1,1-1,-1 1,0-1,0 1,1-1,-1 1,0-1,0 1,0-1,0 1,0-1,0 0,0 1,0-1,0 1,0-1,0 1,0-1,0 0,0 1,-1-2,0-1,0 0,0-1,-1 1,1 0,-1 0,0 0,0 0,0 0,0 1,-1-1,-4-4,5 5,-1 0,1 1,0-1,-1 1,1-1,-1 1,0 0,0 0,1 0,-1 0,0 0,0 0,0 1,0 0,0-1,0 1,0 0,0 1,0-1,1 0,-5 2,3 0,1 0,0 0,-1 0,1 1,0-1,0 1,0 0,0 0,1 0,-1 0,1 0,0 1,0-1,0 1,-1 3,-2 4,-10 16,14-26,0-1,1 1,-1-1,0 1,0-1,1 1,-1-1,0 1,0-1,1 0,-1 0,0 1,0-1,0 0,0 0,1 0,-1 0,0 0,0 0,0 0,0 0,0 0,1 0,-1-1,0 1,0 0,0 0,1-1,-1 1,0-1,0 1,0-1,-4-2,0 1,0 1,0-1,0 0,0 1,0 0,0 1,0-1,0 1,-11 0,12 1,0-1,-1 0,1 0,0 0,0-1,-1 1,1-1,0 0,0 0,0-1,0 1,0-1,0 0,0 0,0 0,1-1,-6-3,3-1,1 0,-1-1,-7-14,8 13,0 1,-1 0,0 0,-8-9,12 15,1 1,-1-1,0 1,0 0,1 0,-1-1,0 1,0 0,0 0,-1 1,1-1,0 0,0 1,0-1,-1 1,1 0,0 0,0 0,-1 0,1 0,0 0,-4 2,5-2,1-1,0 1,0 0,0 0,0 0,0 0,-1 0,1 0,0 0,0 0,0 0,0 0,-1 0,1 0,0 0,0 0,0 0,0 0,0 0,-1 0,1 0,0 0,0 0,0 0,0 0,-1 0,1 0,0 1,0-1,0 0,0 0,0 0,0 0,-1 0,1 0,0 0,0 1,0-1,0 0,0 0,0 0,0 0,0 0,0 1,0-1,0 0,0 0,0 0,0 0,0 1,0-1,0 0,0 0,0 0,0 0,0 0,0 1,0-1,0 0,0 0,0 0,0 0,0 1,0-1,0 0,0 0,1 0,15 6,25 0,263-4,-246-3,-67 1,0 0,0 1,0 0,0 1,0-1,1 2,-15 5,18-6,0 1,0 0,0 0,1 0,-1 0,1 1,0 0,0 0,0 0,0 0,1 1,0 0,-4 7,3-5,-1 0,0 0,0 0,0-1,-1 0,0 0,0 0,0 0,-1-1,0 0,0-1,0 0,-1 0,1 0,-1-1,0 0,0 0,-15 2,18-4,1 1,-1-1,1 1,-1 0,1 0,0 1,-1 0,-5 4,10-6,-1-1,0 1,1 0,-1-1,0 1,1 0,-1 0,1 0,-1-1,1 1,0 0,-1 0,1 0,0 0,0 0,-1 0,1 0,0 0,0 1,0 0,1-1,-1 0,1 0,0 0,-1 0,1 0,0 0,-1 0,1 0,0 0,0 0,0 0,0 0,0 0,0-1,0 1,0 0,0-1,2 1,15 7,0 0,0-2,1 0,0-2,0 0,0-1,20 1,12-2,72-5,-97-1,0 0,-1-2,47-16,-46 13,0 1,1 1,32-4,-21 7,13 0,1-2,68-19,-73 13,2 2,0 2,0 2,80 0,-100 5,1-2,-1-2,41-10,-40 7,0 2,1 1,31-1,66 8,-59 1,75-8,-106-1,41-11,-44 8,60-6,169 13,-204 3,-327-14,38-1,228 14,-31-2,19-3,13 5,0 0,0-1,0 1,0 0,0-1,0 1,0 0,1-1,-1 1,0 0,0 0,0-1,0 1,0 0,0-1,1 1,-1 0,0 0,0-1,1 1,-1 0,0 0,0 0,1-1,-1 1,0 0,0 0,1 0,-1 0,0 0,1-1,-1 1,0 0,0 0,1 0,-1 0,1 0,38-14,0 1,1 2,73-10,-51 10,745-106,-664 99,84-15,113-12,-245 32,135-34,41-8,-157 46,166 7,-139 5,-135-4,1 1,-1 1,1-1,-1 1,1 1,-1-1,8 3,-12-3,-1 0,0 0,0-1,0 1,0 0,1 0,-1 0,0 0,-1 0,1 0,0 0,0 1,0-1,-1 0,1 0,0 1,-1-1,1 0,-1 1,0-1,1 1,-1-1,0 0,0 1,0-1,0 1,0-1,0 1,0-1,-1 0,1 1,0-1,-1 1,1-1,-1 0,0 0,1 1,-1-1,-1 1,-2 5,1 0,-2-1,1 0,-1 0,0 0,0-1,-1 1,0-1,-7 5,-63 38,57-37,-20 14,-2-2,-1-1,-1-3,-1-1,-54 14,77-27,-41 10,-1-2,-109 8,137-19,0 3,-50 12,50-9,0-1,-53 3,38-8,-91 16,228-12,956-7,-1030 0,0-1,0-1,0 0,20-7,12-2,-93 15,0 2,1 2,0 2,-65 20,-11 3,107-29,-41 11,0-3,-1-2,-74 1,71-13,34 1,1 1,-49 5,69 0,12 0,12 3,37 0,0-2,0-2,73-6,-24 1,-59 1,8 0,0 2,98 15,-99-9,-34-4,-56 3,-345 29,312-27,1 3,-74 21,97-20,0-3,-51 4,453-16,-221 4,-99-3,0-2,68-15,-66 10,-1 2,57-3,-68 9,42-9,15-2,24 0,15-1,251 13,-367 0,1 0,0 0,-1-1,1 0,8-2,-14 3,1-1,-1 1,1 0,-1 0,1 0,-1-1,1 1,-1 0,1-1,-1 1,1 0,-1-1,0 1,1-1,-1 1,0 0,1-1,-1 1,0-1,0 1,1-1,-1 1,0-1,0 1,0-2,0 1,0 0,0 0,-1 0,1-1,-1 1,1 0,-1 0,0 0,1 0,-1 0,0 0,0 0,1 0,-1 0,0 0,-2-1,-16-12,-1 0,-1 1,0 1,0 0,-1 2,-1 1,-28-8,26 12,0 0,0 2,-1 1,-35 2,-7-1,53-2,19-3,29-7,269-76,-89 29,-109 28,95-28,-151 49,0 1,56-4,-72 12,-56 5,-26 2,-1178 42,845-71,288 11,-183-50,179 36,0 5,-1 4,-118-5,-305 12,498 11,-18 2,0 2,0 1,-75 21,-123 51,141-42,-280 113,307-118,56-23,9-4,0-1,0 2,1-1,0 1,-1 0,2 0,-1 1,-6 6,12-11,1 1,-1-1,1 1,0-1,-1 1,1-1,0 1,-1-1,1 1,0-1,0 1,-1 0,1-1,0 1,0-1,0 1,0 0,0-1,0 1,0-1,0 1,0 0,0-1,0 1,0-1,1 1,-1 0,0-1,0 1,1-1,-1 1,0-1,1 1,-1-1,0 1,1-1,-1 1,1-1,-1 0,1 1,-1-1,1 0,-1 1,1-1,0 1,31 10,30-2,-1-2,1-3,75-4,-64-1,942-3,-871 9,-121-3,0 1,0 2,0 0,25 10,-46-15,-1 0,0 0,1 1,-1-1,0 1,1-1,-1 1,0 0,0 0,0-1,0 1,1 0,-1 0,0 0,-1 0,1 0,0 0,0 0,1 2,-3-2,1-1,0 1,0 0,-1-1,1 1,-1-1,1 1,0 0,-1-1,1 1,-1-1,1 1,-1-1,0 0,1 1,-1-1,1 1,-1-1,0 0,1 0,-1 1,0-1,1 0,-1 0,0 0,-10 3,0 0,0-1,-15 1,-249 16,-208 11,42-28,397-3,88 5,73 14,-50-7,76 15,-55-10,147 10,-1 0,-71-5,-115-18,-75-18,-47-20,-8 4,-1 3,0 3,-2 5,-1 3,0 3,-1 5,-93 1,115 5,0-3,-100-22,-63-6,205 31,0-1,0-1,-25-10,28 9,-1 0,1 1,-1 1,-33-2,-303 8,346-2,3 0,0 0,0 0,0 0,0 1,0 1,0-1,-12 5,19-6,1 0,0 0,0 0,0 0,0 0,-1 0,1 0,0 0,0 0,0 0,0 1,-1-1,1 0,0 0,0 0,0 0,0 0,0 0,0 0,-1 1,1-1,0 0,0 0,0 0,0 0,0 0,0 1,0-1,0 0,0 0,0 0,0 0,0 1,0-1,0 0,0 0,0 0,0 0,0 1,0-1,0 0,0 0,0 0,0 0,0 1,0-1,0 0,0 0,0 0,0 0,1 0,-1 1,0-1,0 0,0 0,0 0,0 0,0 0,1 0,-1 0,0 0,0 1,0-1,0 0,1 0,14 6,-14-5,94 27,189 30,-207-45,-3-1,0-4,0-2,1-4,-1-4,1-2,125-24,-132 15,-65 12,-7 0,-20-1,-37 0,-509 43,491-33,0-4,-124-7,49-21,111 15,0 2,-68-3,49 9,-104 4,141 1,25-4,1 0,-1 0,0 0,0 0,0 0,0 1,0-1,1 0,-1 0,0 0,0 0,0 0,0 1,0-1,0 0,0 0,0 0,0 0,1 1,-1-1,0 0,0 0,0 0,0 1,0-1,0 0,0 0,0 0,0 0,0 1,0-1,-1 0,1 0,0 0,0 1,0-1,0 0,0 0,0 0,0 0,0 0,0 1,-1-1,1 0,0 0,0 0,0 0,0 0,-1 0,1 1,0-1,0 0,0 0,0 0,-1 0,1 0,0 0,0 0,0 0,-1 0,1 0,0 0,0 0,0 0,17 7,33 3,1-1,0-3,0-2,58-3,-50-1,94 3,195-21,-222 11,-32 2,-81 3,-11-2,-24-3,-40 1,0 3,0 2,0 3,-73 12,-246 61,215-38,83-25,0-3,0-4,-104-7,92 0,79 0,16 2,0 0,-1 0,1 0,0 0,0 0,0-1,0 1,0 0,0 0,0 0,0 0,0 0,0 0,0 0,-1 0,1 0,0 0,0-1,0 1,0 0,0 0,0 0,0 0,0 0,0 0,0 0,0 0,0-1,0 1,0 0,0 0,0 0,0 0,0 0,0 0,0 0,0 0,0-1,0 1,1 0,-1 0,0 0,0 0,0 0,0 0,0 0,0 0,0 0,0 0,0 0,0-1,0 1,1 0,-1 0,0 0,0 0,31-12,45-5,139-14,-129 21,220-30,200-22,6 38,608 28,-852-4,-759 25,-169 46,595-67,50-4,46-5,215-30,236-24,-288 34,19-1,183 24,-205 3,-148 1,51 9,-51-5,47 1,-35-7,-50 0,-8-1,-31 1,-29 0,-462-7,-2-36,433 29,-226-21,67 26,-349-7,-172 46,387 10,370-39,-24 2,39-3,0 0,1 1,-1-1,0 0,0 1,0 0,0-1,0 1,1 0,-1 0,0 0,1 0,-4 3,5-4,0 1,0-1,0 1,0-1,0 1,0 0,0-1,0 1,0-1,0 1,1-1,-1 1,0-1,0 1,0 0,1-1,-1 1,0-1,1 1,-1-1,0 0,1 1,-1-1,0 1,1-1,-1 0,1 1,-1-1,1 0,-1 1,1-1,-1 0,1 0,-1 0,2 1,19 9,0 0,1-1,0-1,0-1,1-1,26 3,-10 0,153 30,359 28,-148-33,-274-21,-366-12,-171 25,86-2,-172-23,288-3,463-10,-44 0,-56 13,47-3,-201 2,0 0,0 0,0-1,-1 1,1-1,0 0,-1 0,1 0,0 0,4-3,-7 4,1 0,-1-1,1 1,-1-1,0 1,1 0,-1-1,0 1,0-1,1 1,-1-1,0 1,0-1,0 1,1-1,-1 1,0-1,0 1,0-1,0 1,0-1,0 0,0 0,-1 0,1-1,-1 1,1-1,-1 1,0 0,0-1,0 1,0 0,0-1,0 1,-2-2,-12-10,-1 1,0 0,-1 1,0 1,-1 1,0 0,-1 1,1 1,-40-9,7 5,-1 3,-86-4,-256 13,150 3,41-4,184-3,19 3,0 0,0 0,-1 0,1 0,0 0,0 0,0 0,-1 0,1-1,0 1,0 0,0 0,-1 0,1 0,0 0,0-1,0 1,0 0,0 0,-1 0,1-1,0 1,0 0,0 0,0-1,0 1,0 0,0 0,0 0,0-1,0 1,0 0,0 0,0-1,1-1,1 0,-1 0,1 0,-1 1,1-1,0 0,0 1,0 0,0-1,0 1,4-2,49-26,2 2,1 2,91-24,191-29,-222 59,192-5,123 26,-149 3,-182-5,469 14,-217 41,178 8,-516-61,772 10,-37-110,-420 44,-306 51,338-46,4 29,-39 12,-250 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02T18:48:55.147"/>
    </inkml:context>
    <inkml:brush xml:id="br0">
      <inkml:brushProperty name="width" value="0.35" units="cm"/>
      <inkml:brushProperty name="height" value="0.35" units="cm"/>
      <inkml:brushProperty name="color" value="#FFFFFF"/>
      <inkml:brushProperty name="ignorePressure" value="1"/>
    </inkml:brush>
  </inkml:definitions>
  <inkml:trace contextRef="#ctx0" brushRef="#br0">2125 2840,'20'0,"0"-1,1 0,31-8,-2 0,804-169,-387 73,-223 60,-203 35,-34 4,-25 1,-80-2,-106 5,96 3,-458 6,-6 35,565-42,1 1,0 0,0-1,0 2,1-1,-8 3,12-3,0-1,0 0,1 1,-1-1,0 1,0-1,1 1,-1-1,0 1,1 0,-1-1,1 1,-1 0,1 0,-1-1,1 1,-1 0,1 0,0 0,-1-1,1 1,0 0,0 0,0 0,0 0,0 0,0 0,0-1,0 1,0 0,0 0,0 0,0 0,0 0,1 0,-1-1,0 1,1 0,-1 0,1-1,0 3,3 3,1 0,-1 0,1 0,0 0,1-1,-1 1,1-1,0-1,11 7,5 2,38 16,-7-8,0-3,2-2,0-3,83 10,228 0,-196-22,-141-2,-50-1,-266 2,1 12,-496 85,562-48,197-39,23-9,0-1,0 0,1 1,-1-1,0 0,1 1,-1-1,1 0,-1 1,0-1,1 0,-1 0,1 0,-1 1,0-1,1 0,-1 0,1 0,-1 0,1 0,-1 0,1 0,-1 0,1 0,-1 0,1 0,0 0,58 2,-53-2,327 11,20-1,-338-10,-33 0,-449 0,1230-29,99-92,-548 70,25 12,-95 12,-222 23,-53 1,-251 2,20 10,-790 92,3 78,1013-172,-2 0,-60 20,82-19,15-1,3-5,0 0,0-1,0 1,1-1,-1 0,1 0,-1 0,1 0,3 1,33 8,2-1,69 6,-97-13,737 58,-293-28,-393-27,-63-5,1 0,-1 0,1 0,-1 0,1 0,-1 0,1 0,-1-1,1 1,-1 0,1-1,-1 1,1-1,-1 0,2 0,-3 0,0 1,0-1,0 1,0 0,1-1,-1 1,0-1,0 1,0 0,0-1,0 1,0-1,0 1,0-1,0 1,0-1,0 1,0 0,-1-1,1 1,0-1,0 1,0 0,0-1,-1 1,1-1,0 1,-1 0,1-1,-1 1,-3-5,-1 1,1 0,-1 0,0 0,-7-3,-116-61,-16-9,125 66,0 0,-38-15,52 24,-4-2,24 2,287 11,-122 0,534-8,-1-60,-397 5,-225 33,120-44,-210 65,17-8,-19 6,-18 4,-1450 251,534-84,841-152,73-10,21-7,0 0,0 0,0 1,0-1,0 0,0 0,0 0,0 0,0 1,0-1,0 0,0 0,0 0,0 0,0 1,0-1,1 0,-1 0,0 0,0 0,0 1,0-1,0 0,0 0,0 0,0 0,1 0,-1 0,0 0,0 1,0-1,0 0,0 0,1 0,-1 0,0 0,0 0,0 0,0 0,1 0,-1 0,0 0,0 0,0 0,0 0,1 0,-1 0,0 0,0 0,0 0,42 5,-39-5,577 24,-451-20,737 0,-1-57,-842 50,-6 2,-1-1,0 0,28-9,-44 11,1 0,-1 0,1 0,-1 0,1 0,-1 0,1 0,-1 0,1 0,-1-1,1 1,-1 0,0 0,1-1,-1 1,1 0,-1 0,0-1,1 1,-1 0,0-1,1 1,-1-1,0 1,0 0,1-1,-1 1,0-1,0 1,0-1,1 1,-1 0,0-1,0 1,0-1,0 1,0-1,0 1,0-1,0 1,0-1,0 1,0-1,-1 1,1-1,0 1,0-1,0 1,-1 0,1-1,0 0,-25-16,-17-3,1 2,-2 2,-45-11,-142-25,-94-2,122 23,143 20,45 6,17 3,28 2,811 20,2-58,-627 15,241-15,-1087 41,370-4,252 2,17 2,30 2,490 32,8-30,-452-7,352-2,-438 2,35-2,-22-3,-13 5,0-1,0 1,0 0,0-1,0 1,0 0,0-1,0 1,-1-1,1 1,0 0,0-1,0 1,0 0,0-1,-1 1,1 0,0 0,0-1,-1 1,1 0,0 0,-1-1,1 1,0 0,0 0,-1 0,1-1,0 1,-1 0,1 0,0 0,-1 0,1 0,-1 0,-14-7,-1 1,0 1,0 0,0 2,0-1,0 2,-20-1,-1-1,-170-14,-750-14,-14 33,840 0,-67 0,168-5,30 4,0-1,-1 1,1 0,0 0,0-1,0 1,0 0,0 0,0 0,0-1,0 1,0 0,0 0,0-1,0 1,1 0,-1 0,0-1,0 1,0 0,0 0,0-1,0 1,1 0,-1 0,0 0,0 0,0-1,0 1,1 0,-1 0,0 0,0 0,0 0,1-1,-1 1,0 0,0 0,1 0,-1 0,0 0,0 0,1 0,-1 0,0 0,0 0,1 0,-1 0,0 0,61-18,936-154,21 104,-113 78,-155 3,-834 6,-443 68,-6-28,530-59,-56 3,38-2,1 1,-28 5,46-6,10 2,31 1,47 0,-52-3,1275 9,-836-12,-538-8,-720-7,683 18,84 0,40 3,516 16,-391-19,-49-2,-37 0,95 10,-136-3,-20-6,0 0,0 0,1 0,-1 0,0 0,0 1,0-1,0 0,0 0,0 0,0 0,0 1,0-1,0 0,0 0,0 0,0 1,0-1,0 0,0 0,0 0,0 1,0-1,0 0,0 0,0 0,0 1,0-1,0 0,0 0,0 0,-1 0,1 0,0 1,0-1,0 0,0 0,0 0,-1 0,1 0,0 0,0 1,0-1,0 0,-1 0,1 0,-41 17,-75 18,-234 37,-129-16,429-51,47-5,0 0,1 0,-1 0,1 1,-1-1,1 1,-1 0,1-1,-5 3,8-2,0 0,0 0,1 0,-1 0,0 0,1 0,-1-1,0 1,1-1,-1 1,1-1,-1 0,1 1,-1-1,1 0,1 0,120 22,134 5,-126-15,-81-7,101 7,-150-12,-1 0,1 0,-1 0,1 0,-1 1,1-1,-1 0,1 0,-1 0,1 0,-1 0,1 0,-1 0,1 0,-1 0,1-1,-1 1,1 0,-1 0,1 0,-1 0,1-1,-1 1,1 0,-1-1,0 1,1 0,-1-1,1 1,-1-1,-19-7,-17 1,-1 1,-54-1,75 6,-190-6,-394 38,-199 91,688-101,71-9,46-11,23-4,395-73,-139 22,228-34,-484 83,-17 3,-1 1,1-2,0 1,-1-2,0 0,1 0,-1-1,11-6,-21 10,-1 1,1 0,-1-1,1 1,-1-1,1 1,-1-1,1 1,-1-1,1 0,-1 1,0-1,1 0,-1 1,0-1,0 0,1 1,-1-1,0 0,0 1,0-1,0 0,0 0,0 1,0-1,0 0,0 1,0-1,0 0,-1 0,1 1,0-1,0 0,-1 1,1-1,0 0,-1 1,1-1,-1 1,1-1,-1 1,1-1,-1 1,1-1,-1 1,1-1,-1 1,0 0,1-1,-2 1,-41-21,-2 6,0 1,-83-12,-102 1,214 24,-352-24,-1 16,-532 57,439 28,9 31,389-92,38-7,27-8,-1 0,0 0,0 0,0 1,0-1,0 0,0 0,0 0,0 0,0 0,1 0,-1 0,0 0,0 0,0 0,0 0,0 0,0 0,0 1,0-1,0 0,0 0,0 0,0 0,0 0,0 0,0 0,0 0,0 1,0-1,0 0,0 0,0 0,0 0,0 0,0 0,0 0,0 0,0 1,0-1,0 0,0 0,0 0,0 0,0 0,0 0,0 0,0 0,0 0,-1 0,1 1,0-1,0 0,0 0,0 0,0 0,0 0,0 0,-1 0,54 3,450-3,775 13,-1119-7,735 20,-955-27,-826 6,669 7,1 10,-227 51,248-20,195-52,-31 13,32-14,-1 0,1 0,0 1,0-1,-1 0,1 0,0 0,0 0,0 0,-1 1,1-1,0 0,0 0,0 0,0 1,-1-1,1 0,0 0,0 1,0-1,0 0,0 0,0 0,0 1,0-1,0 0,0 1,0-1,0 0,0 0,0 1,0-1,0 0,0 0,0 1,0-1,18 7,26-2,1-2,56-2,-54-2,626-28,6-37,95-43,-497 66,-23 10,-196 28,0 3,78 7,-200 3,34-3,-700 137,682-129,41-8,12-1,13-2,-1 0,1-2,0 0,17-2,-9 1,681-70,-685 68,-15 3,0-1,-1 1,1-1,-1-1,1 1,-1-1,0-1,9-3,-40 6,-465 97,331-60,6-4,-309 74,443-101,27-7,44-13,604-210,-574 194,-48 18,262-102,-240 89,-1-2,-1-3,53-39,-94 60,0-1,-1 0,0 0,-1-1,0-1,-1 0,0 0,-1-1,-1 0,0-1,0 0,-2 0,1-1,-2 1,0-1,-1-1,4-23,-6 11,-1-1,-1 0,-1 0,-2 1,0-1,-2 1,-2-1,0 2,-2-1,-1 1,-1 0,-1 1,-2 1,0 0,-2 1,0 0,-2 1,-1 1,0 1,-1 1,-39-30,20 21,-2 2,-2 2,-54-25,6 11,-180-50,-255-17,-156 30,-142 38,-1311 82,11 124,1590-116,129-12,106-10,-55 3,269-28,82-4,-1-1,0 0,1 0,-1 0,1-1,-1 1,-6-3,10 3,0 0,0 0,-1 0,1-1,0 1,0 0,0 0,-1 0,1-1,0 1,0 0,0 0,0-1,0 1,0 0,0 0,-1-1,1 1,0 0,0 0,0-1,0 1,0 0,0 0,0-1,0 1,0 0,0 0,0-1,0 1,1 0,-1 0,0-1,0 1,0 0,0 0,0-1,1 1,17-18,9 0,51-26,162-65,165-49,166-41,121-25,399-88,2206-330,-2864 593,-122 22,-309 27,299-12,-288 14,-27 1,-385 53,-57 14,-191 38,-168 44,-118 33,-2597 525,2968-600,147-35,131-29,97-20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13B0-3E69-490F-8404-7C72EC7524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BCEDBF-0080-41CF-A1AF-110A6F060D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A6AF76-A11C-4654-9EB2-9B48A9BD9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B8A86-8085-4CFC-8C52-93B92663D66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0324E-A5DA-4FAC-AD52-4EA350D4D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6D009-5E14-4446-A14C-5817F9A62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49609-85D3-44A4-B87A-3ADB1B67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4968D-746D-45F2-A109-0CE88DF44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D9193-CE91-44E8-8EAD-437CEB194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013B-C217-4BEE-AA04-F17E3695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B8A86-8085-4CFC-8C52-93B92663D66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16DE9-E17E-43EA-99AC-264A1EECA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E6C16-3315-4403-A136-A2F0F3070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49609-85D3-44A4-B87A-3ADB1B67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73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FF253-748D-412F-A0BB-1E90720DE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9CAC1-3351-4C9F-8FAD-4F98106E4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D283A-499D-4D6F-87A9-A57A6E0D1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B8A86-8085-4CFC-8C52-93B92663D66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4AC15-D7AE-4ACC-B130-A3357D494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7B097-5977-4C7A-9750-45E8414E6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49609-85D3-44A4-B87A-3ADB1B67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446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94DA1-7CAD-4259-A5DB-AE48540B7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8E8D6-911C-4335-9EFB-2C97EBDA47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588696-8A90-4567-BD98-76A84A546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4448F-F5F8-4146-BA09-BD3DAB627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B8A86-8085-4CFC-8C52-93B92663D66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7459D-0855-4CC7-9A97-8A53D05C9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4BF151-D288-4BFF-B449-90ABAC6E2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49609-85D3-44A4-B87A-3ADB1B67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01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359F6-22B0-40ED-8133-CACA0521E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521D66-8AFD-427D-AA72-84D79F07F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3D6485-F205-4990-BF21-781E7253E2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4B3252-6360-4D40-8963-9A04C9D1E3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4B2D6D-40E0-49BC-AD35-95EC3FEF47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32F9AA-5A64-41DA-9F04-D29C391CB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B8A86-8085-4CFC-8C52-93B92663D66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51D639-81B1-4D09-B8FD-BA8ED9342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B5500B-2E1F-4CA4-A68C-CE7E5FF62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49609-85D3-44A4-B87A-3ADB1B67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966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6E928-3AC6-47D3-A8DD-D9DFCFEC5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9F8B15-4768-483E-BBAA-2D526D40A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B8A86-8085-4CFC-8C52-93B92663D66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C22AC1-1BC6-4F92-9535-71581B749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DB38DD-37E9-4A87-8016-1C2DD1808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49609-85D3-44A4-B87A-3ADB1B67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995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8A29DF-5A3D-46CF-B3D2-815C89B02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B8A86-8085-4CFC-8C52-93B92663D66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D2F532-F58C-4641-9BB1-C2130AA2B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4A6DE-ED1A-49CD-8DE8-4C92471A2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49609-85D3-44A4-B87A-3ADB1B67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629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33C78-668D-42E3-8030-1E2A299AC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1D6A0-CB4B-46C1-B655-3FAE55E23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084DDE-4241-416E-BEC6-07C9EE218B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3138FF-4C4D-4037-A326-F44D39EAE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B8A86-8085-4CFC-8C52-93B92663D66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1787D-23B7-47C8-AE8C-5124ED620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7751D9-44AA-4CD0-B91D-8C2C0FB99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49609-85D3-44A4-B87A-3ADB1B67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207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6EE2B-81EB-4E4A-81B8-C436B6ACD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91AA0F-6E63-4B07-80C5-A5C1B454E7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AC5B11-D4AF-4D77-9C91-4C18E0523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1EC65-FCCB-4968-9A3C-9AA8E41F3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B8A86-8085-4CFC-8C52-93B92663D66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BD3DCA-3972-4BA2-8DC9-AC010CE1E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58351-B913-45ED-B71A-59ADD522C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49609-85D3-44A4-B87A-3ADB1B67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810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13793-76B8-41E8-A136-48D016E6C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091BDD-AA06-4AC2-AB10-585662F7BF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B47B6-8F2B-4104-B5E4-8231193B3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B8A86-8085-4CFC-8C52-93B92663D66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D4ED5-48FA-432F-B47B-04D431A4B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C5F5C-FA4A-4C11-B15E-F362037BD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49609-85D3-44A4-B87A-3ADB1B67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110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2BF1A5-C5FA-4FE1-9A88-358F23B6F9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FDB7EC-2719-4102-8C57-91CBE0E3E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A0C89C-B903-45F4-A572-9F21F016F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EB8A86-8085-4CFC-8C52-93B92663D66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D4ACD-5BC9-462C-95AF-51C26D113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FA113-5EF9-4545-ADB7-84430ABDF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49609-85D3-44A4-B87A-3ADB1B67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062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9BDB07-0DBE-493E-8582-8CF6DF42B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45C33-06DC-427C-8557-CEC18803E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1D08C-9E03-4347-8A2D-D99BAB41F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EB8A86-8085-4CFC-8C52-93B92663D66B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F971B-74CC-48BD-8552-C16D5BD00B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EF471-E4A4-43AA-B214-1E957A6EE4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D49609-85D3-44A4-B87A-3ADB1B67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321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3" Type="http://schemas.openxmlformats.org/officeDocument/2006/relationships/customXml" Target="../ink/ink1.xml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customXml" Target="../ink/ink2.xml"/><Relationship Id="rId15" Type="http://schemas.openxmlformats.org/officeDocument/2006/relationships/image" Target="../media/image7.png"/><Relationship Id="rId10" Type="http://schemas.openxmlformats.org/officeDocument/2006/relationships/customXml" Target="../ink/ink5.xml"/><Relationship Id="rId4" Type="http://schemas.openxmlformats.org/officeDocument/2006/relationships/image" Target="../media/image2.png"/><Relationship Id="rId9" Type="http://schemas.openxmlformats.org/officeDocument/2006/relationships/image" Target="../media/image4.png"/><Relationship Id="rId14" Type="http://schemas.openxmlformats.org/officeDocument/2006/relationships/customXml" Target="../ink/ink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shiva-sai-prasad-55706124b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microsoft.com/office/2011/relationships/webextension" Target="../webextensions/webextension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microsoft.com/office/2011/relationships/webextension" Target="../webextensions/webextension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97DB0B4-7F01-4680-B8E4-8AB978199E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7287"/>
            <a:ext cx="12192000" cy="701257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97C45EC-03F0-40AC-AC6D-E5725646E55F}"/>
                  </a:ext>
                </a:extLst>
              </p14:cNvPr>
              <p14:cNvContentPartPr/>
              <p14:nvPr/>
            </p14:nvContentPartPr>
            <p14:xfrm>
              <a:off x="1084701" y="203474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97C45EC-03F0-40AC-AC6D-E5725646E5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5061" y="1854748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F429FF0-F604-4B36-918F-53614F63A92B}"/>
                  </a:ext>
                </a:extLst>
              </p14:cNvPr>
              <p14:cNvContentPartPr/>
              <p14:nvPr/>
            </p14:nvContentPartPr>
            <p14:xfrm>
              <a:off x="1084701" y="2034748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F429FF0-F604-4B36-918F-53614F63A92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5061" y="1854748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B7BB640-B8C8-4F66-A550-27C9ADB61187}"/>
                  </a:ext>
                </a:extLst>
              </p14:cNvPr>
              <p14:cNvContentPartPr/>
              <p14:nvPr/>
            </p14:nvContentPartPr>
            <p14:xfrm>
              <a:off x="3962181" y="3081988"/>
              <a:ext cx="760320" cy="24465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B7BB640-B8C8-4F66-A550-27C9ADB6118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72541" y="2901988"/>
                <a:ext cx="939960" cy="28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7A0C4C9-E42C-4E4B-A9DB-3DBD266D0C53}"/>
                  </a:ext>
                </a:extLst>
              </p14:cNvPr>
              <p14:cNvContentPartPr/>
              <p14:nvPr/>
            </p14:nvContentPartPr>
            <p14:xfrm>
              <a:off x="2153181" y="309628"/>
              <a:ext cx="3368520" cy="23238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7A0C4C9-E42C-4E4B-A9DB-3DBD266D0C5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63181" y="129628"/>
                <a:ext cx="3548160" cy="268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86EB70B-0D38-4C4A-B9FE-A70C82851D2A}"/>
                  </a:ext>
                </a:extLst>
              </p14:cNvPr>
              <p14:cNvContentPartPr/>
              <p14:nvPr/>
            </p14:nvContentPartPr>
            <p14:xfrm>
              <a:off x="-493179" y="4625308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86EB70B-0D38-4C4A-B9FE-A70C82851D2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-556179" y="4562668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E2D56B9-72F2-495E-B94B-A1B272FFDB08}"/>
                  </a:ext>
                </a:extLst>
              </p14:cNvPr>
              <p14:cNvContentPartPr/>
              <p14:nvPr/>
            </p14:nvContentPartPr>
            <p14:xfrm>
              <a:off x="73461" y="6570388"/>
              <a:ext cx="2437920" cy="261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E2D56B9-72F2-495E-B94B-A1B272FFDB0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821" y="6507388"/>
                <a:ext cx="256356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E5C4A11D-DCD1-4722-BF30-0905BF5A4430}"/>
                  </a:ext>
                </a:extLst>
              </p14:cNvPr>
              <p14:cNvContentPartPr/>
              <p14:nvPr/>
            </p14:nvContentPartPr>
            <p14:xfrm>
              <a:off x="3879021" y="2688868"/>
              <a:ext cx="3460680" cy="11984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E5C4A11D-DCD1-4722-BF30-0905BF5A443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816021" y="2626228"/>
                <a:ext cx="3586320" cy="1324080"/>
              </a:xfrm>
              <a:prstGeom prst="rect">
                <a:avLst/>
              </a:prstGeom>
            </p:spPr>
          </p:pic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897AB891-3AD7-4D58-9306-E645CBEEB2F5}"/>
              </a:ext>
            </a:extLst>
          </p:cNvPr>
          <p:cNvSpPr txBox="1"/>
          <p:nvPr/>
        </p:nvSpPr>
        <p:spPr>
          <a:xfrm>
            <a:off x="4699407" y="3428999"/>
            <a:ext cx="27700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PROJECT ON</a:t>
            </a:r>
          </a:p>
        </p:txBody>
      </p:sp>
    </p:spTree>
    <p:extLst>
      <p:ext uri="{BB962C8B-B14F-4D97-AF65-F5344CB8AC3E}">
        <p14:creationId xmlns:p14="http://schemas.microsoft.com/office/powerpoint/2010/main" val="1749545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FF3B8F-2C44-4060-9291-165D838685E2}"/>
              </a:ext>
            </a:extLst>
          </p:cNvPr>
          <p:cNvSpPr txBox="1"/>
          <p:nvPr/>
        </p:nvSpPr>
        <p:spPr>
          <a:xfrm>
            <a:off x="4917141" y="62753"/>
            <a:ext cx="2357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</a:rPr>
              <a:t>ABOUT 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EDDC03-238E-47D2-BDA7-215A2C158D98}"/>
              </a:ext>
            </a:extLst>
          </p:cNvPr>
          <p:cNvSpPr txBox="1"/>
          <p:nvPr/>
        </p:nvSpPr>
        <p:spPr>
          <a:xfrm>
            <a:off x="0" y="1488141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My Name Is B Shiva Sai Prasad.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I Completed Graduation B.Tech In Electronics And Communications Engineering.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I’ve Passion About Turning Raw Data Into Meaningful Insights.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My Linked In : </a:t>
            </a:r>
            <a:r>
              <a:rPr lang="en-US" sz="2400" b="1" dirty="0">
                <a:hlinkClick r:id="rId2"/>
              </a:rPr>
              <a:t>Shiva sai Prasad | LinkedIn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67750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E08C556-E2F8-48E9-8154-DC914049BF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0064" y="108908"/>
            <a:ext cx="219187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u="sng" dirty="0">
                <a:solidFill>
                  <a:srgbClr val="FF0000"/>
                </a:solidFill>
              </a:rPr>
              <a:t>Agenda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85E943-F7DF-4D9F-9072-5211A3E7C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99838"/>
            <a:ext cx="12192000" cy="6158161"/>
          </a:xfrm>
        </p:spPr>
        <p:txBody>
          <a:bodyPr>
            <a:noAutofit/>
          </a:bodyPr>
          <a:lstStyle/>
          <a:p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Project Introduction.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Business Problem &amp; Objectives.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Dataset Overview.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Dashboard &amp; Report Design.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effectLst/>
              </a:rPr>
              <a:t> Movie Overview &amp; Time Trends. </a:t>
            </a:r>
            <a:endParaRPr lang="en-US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effectLst/>
                <a:latin typeface="Times New Roman" panose="02020603050405020304" pitchFamily="18" charset="0"/>
              </a:rPr>
              <a:t> Genre &amp; Rating Analysis. </a:t>
            </a:r>
            <a:endParaRPr lang="en-US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effectLst/>
                <a:latin typeface="Times New Roman" panose="02020603050405020304" pitchFamily="18" charset="0"/>
              </a:rPr>
              <a:t> Top Performers &amp; Box Office Insights.</a:t>
            </a:r>
            <a:endParaRPr lang="en-US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effectLst/>
                <a:latin typeface="Times New Roman" panose="02020603050405020304" pitchFamily="18" charset="0"/>
              </a:rPr>
              <a:t> Correlation &amp; Advanced Metrics. </a:t>
            </a:r>
            <a:endParaRPr lang="en-US" b="1" dirty="0">
              <a:latin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Conclusion.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 Future Scope.</a:t>
            </a:r>
            <a:endParaRPr lang="en-US" b="1" dirty="0">
              <a:effectLst/>
              <a:latin typeface="Times New Roman" panose="02020603050405020304" pitchFamily="18" charset="0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121FAA3-0344-4D58-B0BE-820C96EB1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1194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E638465-A761-4E11-AFF7-2F68EDB5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794" y="0"/>
            <a:ext cx="4594412" cy="579719"/>
          </a:xfrm>
        </p:spPr>
        <p:txBody>
          <a:bodyPr>
            <a:normAutofit/>
          </a:bodyPr>
          <a:lstStyle/>
          <a:p>
            <a:pPr algn="ctr"/>
            <a:r>
              <a:rPr lang="en-US" sz="3200" b="1" u="sng" dirty="0">
                <a:solidFill>
                  <a:srgbClr val="FF0000"/>
                </a:solidFill>
              </a:rPr>
              <a:t>Project Introduction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4F29E9-7E8E-4BF1-91CB-75CCF5843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912812"/>
            <a:ext cx="12192001" cy="25923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u="sng" dirty="0">
                <a:solidFill>
                  <a:srgbClr val="FF0000"/>
                </a:solidFill>
              </a:rPr>
              <a:t>Detailed Description:</a:t>
            </a:r>
          </a:p>
          <a:p>
            <a:pPr marL="0" indent="0">
              <a:buNone/>
            </a:pPr>
            <a:endParaRPr lang="en-US" sz="2600" b="1" dirty="0"/>
          </a:p>
          <a:p>
            <a:pPr lvl="6">
              <a:buFont typeface="Wingdings" panose="05000000000000000000" pitchFamily="2" charset="2"/>
              <a:buChar char="Ø"/>
            </a:pPr>
            <a:r>
              <a:rPr lang="en-US" sz="2000" b="1" dirty="0"/>
              <a:t>The Movie Industry Produces A Huge Amount Of Data Related To Movies, Ratings, And Audience Reviews.</a:t>
            </a:r>
          </a:p>
          <a:p>
            <a:pPr lvl="6">
              <a:buFont typeface="Wingdings" panose="05000000000000000000" pitchFamily="2" charset="2"/>
              <a:buChar char="Ø"/>
            </a:pPr>
            <a:endParaRPr lang="en-US" sz="2000" b="1" dirty="0"/>
          </a:p>
          <a:p>
            <a:pPr lvl="6">
              <a:buFont typeface="Wingdings" panose="05000000000000000000" pitchFamily="2" charset="2"/>
              <a:buChar char="Ø"/>
            </a:pPr>
            <a:r>
              <a:rPr lang="en-US" sz="2000" b="1" dirty="0"/>
              <a:t>Imdb Is One Of The Largest Platforms Where Users Rate Movies Based On Their Viewing Experience.</a:t>
            </a:r>
          </a:p>
          <a:p>
            <a:pPr marL="0" indent="0">
              <a:buNone/>
            </a:pPr>
            <a:endParaRPr lang="en-US" sz="20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863C14-1A72-4BEF-900B-B65B762D6316}"/>
              </a:ext>
            </a:extLst>
          </p:cNvPr>
          <p:cNvSpPr txBox="1"/>
          <p:nvPr/>
        </p:nvSpPr>
        <p:spPr>
          <a:xfrm>
            <a:off x="-867947" y="4714468"/>
            <a:ext cx="100396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943350" lvl="8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Identify Patterns And Trends.</a:t>
            </a:r>
          </a:p>
          <a:p>
            <a:pPr marL="3943350" lvl="8" indent="-285750">
              <a:buFont typeface="Wingdings" panose="05000000000000000000" pitchFamily="2" charset="2"/>
              <a:buChar char="Ø"/>
            </a:pPr>
            <a:endParaRPr lang="en-US" sz="2000" b="1" dirty="0"/>
          </a:p>
          <a:p>
            <a:pPr marL="3943350" lvl="8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Convert Raw Data Into Meaningful Visual Insights.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5176F3-C67C-4EF9-B207-1286715D8655}"/>
              </a:ext>
            </a:extLst>
          </p:cNvPr>
          <p:cNvSpPr txBox="1"/>
          <p:nvPr/>
        </p:nvSpPr>
        <p:spPr>
          <a:xfrm>
            <a:off x="0" y="3698892"/>
            <a:ext cx="47781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</a:rPr>
              <a:t>In this project, Power BI is used to:</a:t>
            </a:r>
          </a:p>
        </p:txBody>
      </p:sp>
    </p:spTree>
    <p:extLst>
      <p:ext uri="{BB962C8B-B14F-4D97-AF65-F5344CB8AC3E}">
        <p14:creationId xmlns:p14="http://schemas.microsoft.com/office/powerpoint/2010/main" val="2390939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05ED9-E305-4600-98EC-2F51847C3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4982" y="87219"/>
            <a:ext cx="4182035" cy="827181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0000"/>
                </a:solidFill>
              </a:rPr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0BBB7-C6EB-4B08-9AA1-DAB5F7830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12782"/>
            <a:ext cx="12192000" cy="57553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 The Movie Industry Has Access To Large Amounts Of Data Related To Movie Releases, Genres, Ratings, Votes, And Box Office Revenue.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However, This Data Is Not Easily Understandable In Raw Form, Making It Difficult For Stakeholders To Identify Performance Trends And Key Success Factors.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This Power Bi Project Analyzes Movie Data To Understand Year-wise Trends, Genre Performance, Top Movies And Directors, And The Relationship Between Ratings, Votes, And Revenue, Enabling Data-driven Decision Making.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683260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6A567-0D89-4B69-8EED-8E8C91709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6712" y="18255"/>
            <a:ext cx="4298576" cy="689957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0000"/>
                </a:solidFill>
              </a:rPr>
              <a:t>Dataset Overview</a:t>
            </a:r>
            <a:endParaRPr lang="en-US" sz="3600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41F46-421B-4C5A-ACEB-3A738BB64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17413"/>
            <a:ext cx="12192000" cy="5722332"/>
          </a:xfrm>
        </p:spPr>
        <p:txBody>
          <a:bodyPr>
            <a:noAutofit/>
          </a:bodyPr>
          <a:lstStyle/>
          <a:p>
            <a:r>
              <a:rPr lang="en-US" b="1" dirty="0"/>
              <a:t>The Dataset Used In This Project Contains Detailed Information About Movies Collected From Imdb.</a:t>
            </a:r>
          </a:p>
          <a:p>
            <a:endParaRPr lang="en-US" b="1" dirty="0"/>
          </a:p>
          <a:p>
            <a:r>
              <a:rPr lang="en-US" b="1" dirty="0"/>
              <a:t>It Includes Attributes Such As Movie Title, Genre, Release Year, Imdb Rating, Number Of Audience Votes, Box Office Revenue, Runtime, Metascore, Director, And Actors.</a:t>
            </a:r>
          </a:p>
          <a:p>
            <a:endParaRPr lang="en-US" b="1" dirty="0"/>
          </a:p>
          <a:p>
            <a:r>
              <a:rPr lang="en-US" b="1" dirty="0"/>
              <a:t>This Dataset Helps Analyze Movie Performance Across Time, Genres, Audience Engagement, And Revenue Using Power Bi.</a:t>
            </a:r>
          </a:p>
          <a:p>
            <a:endParaRPr lang="en-US" b="1" dirty="0"/>
          </a:p>
          <a:p>
            <a:r>
              <a:rPr lang="en-US" b="1" dirty="0"/>
              <a:t>Sales Are Influenced By Budget, Star Cast, Marketing, And Audience Ratings</a:t>
            </a:r>
            <a:r>
              <a:rPr lang="en-US" dirty="0"/>
              <a:t>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75979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D4FE6383-E72D-4D17-A743-D4F2DB52A6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69728872"/>
                  </p:ext>
                </p:extLst>
              </p:nvPr>
            </p:nvGraphicFramePr>
            <p:xfrm>
              <a:off x="-1" y="0"/>
              <a:ext cx="12192001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D4FE6383-E72D-4D17-A743-D4F2DB52A6C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" y="0"/>
                <a:ext cx="12192001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2689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AB24EFFC-27C6-4AAC-AFEE-514DFF07531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67211418"/>
                  </p:ext>
                </p:extLst>
              </p:nvPr>
            </p:nvGraphicFramePr>
            <p:xfrm>
              <a:off x="0" y="0"/>
              <a:ext cx="12192000" cy="6857999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AB24EFFC-27C6-4AAC-AFEE-514DFF07531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79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796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50E82713-D7B6-4E99-AA51-C77ABDDBE9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9390825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50E82713-D7B6-4E99-AA51-C77ABDDBE9F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03883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5CA08760-54B9-426B-AF91-10C98182060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7549713"/>
                  </p:ext>
                </p:extLst>
              </p:nvPr>
            </p:nvGraphicFramePr>
            <p:xfrm>
              <a:off x="0" y="0"/>
              <a:ext cx="12192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2" name="Add-in 1" title="Microsoft Power BI">
                <a:extLst>
                  <a:ext uri="{FF2B5EF4-FFF2-40B4-BE49-F238E27FC236}">
                    <a16:creationId xmlns:a16="http://schemas.microsoft.com/office/drawing/2014/main" id="{5CA08760-54B9-426B-AF91-10C98182060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12192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3333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5A9B1D6-FF2D-462B-BA54-EF1F0CBE7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747" y="0"/>
            <a:ext cx="2792506" cy="836146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66D7657-96AC-45A4-AC2E-9AE4C77FF9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856357"/>
            <a:ext cx="12192000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Raw Imdb Movie Data Was Successfully Transformed Into Meaningful Insights Using Power BI 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Year-wise Analysis Helped Identify Trends In Movie Releases, Ratings, And Revenue.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Genre-wise Analysis Revealed Differences In Audience Preference And Financial Performance.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Audience Engagement (Votes) And Ratings Were Found To Influence Box Office Revenue.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Top-performing Movies And Directors Were Identified Using Interactive Visuals.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The Analysis Supports Data-driven Decision Making In The Movie Industry.</a:t>
            </a:r>
          </a:p>
        </p:txBody>
      </p:sp>
    </p:spTree>
    <p:extLst>
      <p:ext uri="{BB962C8B-B14F-4D97-AF65-F5344CB8AC3E}">
        <p14:creationId xmlns:p14="http://schemas.microsoft.com/office/powerpoint/2010/main" val="64660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5F68D7E-A4BF-49DA-94D9-15301363F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4947" y="0"/>
            <a:ext cx="3402106" cy="612027"/>
          </a:xfrm>
        </p:spPr>
        <p:txBody>
          <a:bodyPr>
            <a:normAutofit fontScale="90000"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Future Scope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765F572-4271-44F2-BC9B-6AA78290B4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583145"/>
            <a:ext cx="121920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Integrate Additional Data Such As Box Office, OTT, And Regional Performance.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Apply Predictive Analysis To Forecast Ratings And Revenue.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 Advanced Dax Measures For Deeper Insights.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Expand Analysis To Actor- And Director-level Performance.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Automate Data Refresh With Live Data Connections.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Enhance Dashboards With Advanced Visuals And Drill-through Features.</a:t>
            </a:r>
          </a:p>
        </p:txBody>
      </p:sp>
    </p:spTree>
    <p:extLst>
      <p:ext uri="{BB962C8B-B14F-4D97-AF65-F5344CB8AC3E}">
        <p14:creationId xmlns:p14="http://schemas.microsoft.com/office/powerpoint/2010/main" val="1405339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9A2293-37E8-4438-B982-E517CB52A0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6993BB-46E7-4347-A7A4-3B5C68F6626E}"/>
              </a:ext>
            </a:extLst>
          </p:cNvPr>
          <p:cNvSpPr txBox="1"/>
          <p:nvPr/>
        </p:nvSpPr>
        <p:spPr>
          <a:xfrm>
            <a:off x="3917575" y="484094"/>
            <a:ext cx="3173507" cy="58477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Any Questions ??</a:t>
            </a:r>
          </a:p>
        </p:txBody>
      </p:sp>
    </p:spTree>
    <p:extLst>
      <p:ext uri="{BB962C8B-B14F-4D97-AF65-F5344CB8AC3E}">
        <p14:creationId xmlns:p14="http://schemas.microsoft.com/office/powerpoint/2010/main" val="2766298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6F0D55-4DA4-4D93-BF98-3310EC748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320"/>
            <a:ext cx="12192000" cy="6825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620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webextensions/_rels/webextension3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webextensions/_rels/webextension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webextensions/_rels/webextension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B4DF50B-5A98-4473-92AC-13D72773A704}">
  <we:reference id="wa200000113" version="1.0.0.0" store="en-US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3CAEEC0-0473-47FC-898A-8BBDD6F720F4}">
  <we:reference id="wa200003233" version="2.0.0.3" store="en-US" storeType="OMEX"/>
  <we:alternateReferences>
    <we:reference id="wa200003233" version="2.0.0.3" store="wa200003233" storeType="OMEX"/>
  </we:alternateReferences>
  <we:properties>
    <we:property name="backgroundColor" value="&quot;#EBF3DF&quot;"/>
    <we:property name="bookmark" value="&quot;H4sIAAAAAAAAA+1ZW2/bNhT+K4GeNsAdREmUyLw1TgoUWLosDjIMgx8OySNHrSx5FJXFC/zfdyjZbeLltjaJ4zV+Ei85l+98/HIoXQamaGYlzD/AFIPdYK+uP03BftphwSCo+rkEkYFhaCIu0jCVmTGCVuuZK+qqCXYvAwd2gu60aFoovSGa/GM8CKAsj2DiRzmUDQ6CGdqmrqAs/sZ+My052+JiEODFrKwteJMjBw692XPaTmMKgf3EOLkE7YpzHKF2/bTSqUAldGSYUTrMEy0UbWv6DV1oN27xtjv/w7pyUFTkx8/FoZKhxDjlLE15xkUmu715UbrlFjU/uJhZSo+Sns88Om/NOVQaTdDlYLHpQ74M3k4mFifglsODa4vDumynN8yP6tZqPMa8W6pc4ebk4/3h/t6bw/q8wDf74CBYEGBHtiY4u+XjljZOceeHw6JqHTY/dhvetdUSJ+aHZ/VfQ4uErAl2w8WYZpqimpTLQnyB5KRPS4P1KUHr6hGWBOjplVVfMyKA+kjzHpaFd8BjRcBpbrhUIkTGDYtvR2/JLc6kyVKFWcaSTCRJnCvv9j5sHxW+3xFs8G+IBp+DzLSBSKaAiTQ8lyJByR8Q5PMR4KRwJa4VnX9N0cu2oVqh6aMbnoF1wbVC08AatHvzroj7hV2dxWiwlsjGs1+MV4JBez9ekYQh4TGpbZ/CUzBp3J2HlGXImIy5MZLlSgHw/N7zoBiJjghVAsS1iMQoNVeodlLPPtCot+ANnK4UkuB/Z+tpZ2op5U2r/myR0lyvzGi1QM+/rh7uslR4E7dBMAh68oQe714qHg5sP+hc3AjlYBVCXmBpAu/il2fj333BXSNc2BOOKtSTbwVL5HXkP+P42xmdwiWMlSlWSbxfC7l5PKS74EGVePtffibUwv/Gi82KslZGSBnR/xtIdJgkItPwvxTlWYGvQvwtQkwsYcKgiONEIYYsSvQ3tHXPxPKXw+NjclJNHqGldF5eDi4eyGO2OR7flrHnE1E5AroI6TDKQ5UyaluzMPTW784dL5yq13LvrHHqDRBkEmMaMq0iunq8kvP5yVnSLXBLZPZ2em5WZ0HEmimRp1wzOh0Y0z3w3oY3BclSxgXLWAxIl0fI2WvD+9Ia3mM8x6rt3jCUpafV+iuGq+0ve21/vw/tfQApvpNXEA89H5uUZxUC6bNJUbA4z7JEKcm/vtN4Wdg+8evN7aWcnzKR9G9mhcmSVHGecGo4X1vMzfJvm9rNLdA2DGMwUmgpch1hKjGJ72g97+PWIULTWnykQE9qB+VOt97cwPUn+BKD4D/WJVEaRdROQyRCHm6F0j/WZW4J2TVYOmS+zARTtJOuxHXrmhloPIKq7zlnfUS+XLRMYEBlvOPuubuF/FwQjr3fUyjbrl/3XzhXrSH9/gE36ePWWR0AAA==&quot;"/>
    <we:property name="creatorSessionId" value="&quot;b2886a35-2720-4f13-a6ef-a5da7f180602&quot;"/>
    <we:property name="creatorTenantId" value="&quot;cfed35e4-035d-458d-b08f-195cca5e77a8&quot;"/>
    <we:property name="creatorUserId" value="&quot;100320056A07D3F2&quot;"/>
    <we:property name="datasetId" value="&quot;fa8280dd-57de-4592-9f90-714897945c78&quot;"/>
    <we:property name="embedUrl" value="&quot;/reportEmbed?reportId=46593fac-12ac-4c81-949c-d7e5a7b597ab&amp;config=eyJjbHVzdGVyVXJsIjoiaHR0cHM6Ly9XQUJJLVdFU1QtRVVST1BFLUc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+1ZbVPjNhD+K4w/9WZyHcu2bJlvvN3MzTVAgaHTuWE6K2kdfOfYqSxTKJP/3pWc3EFKgN4BgR75ZK02+/Lso83KuQx02U4quNiFMQbrwWbTfB6D+bzGgkFQz2R7ex+GGwcf/tjdGO6QuJnYsqnbYP0ysGBGaI/LtoPKWSDhx5NBAFW1DyO3KqBqcRBM0LRNDVX5N/bKtGVNh9NBgOeTqjHgTB5asOjMnpE6rck3+5lxcgnKlmd4iMr2YqlSgVKoSDMtVVgkSkhSa3sFH9qNKs6297/V1BbKmvw4WRzKPMwxTjlLU55xkeVetygrO1ORFzvnE0PpUdIXEwfLhj6DWqEOfA4G2z7ky2BjNDI4Ajtb7lzb3GqqbnyD/LDpjMIDLPxWbUt7QT7eD7c33w6bsxLfboOFYEqA7ZuG4PTbBx0pjnHtp2FZdxbbN17hXVfPcGJuedr8tWWQkNXBejg9IUlb1qNqVoivkBz1aSkwLiXobHOIFQF6fGXX1YwIID+R3MEydQ54LAk4xTXPpQiRcc3i5ejNSMVZrrNUYpaxJBNJEhfSub0L2weF73cEE/wbosGXIDOlIcpTwCTXvMhFgjm/R5BPR4Cj0la4UHT+LUWvupZqhbqPbusUjA2uFZoWRqPZvPBF3C7N/CxGg4VEVp799GTeMEj305WWsEV4jBrTp/AYTDrx5yFlGTKWx1zrnBVSAvDizvMgGTUdEcoEiGsRNaNUX6HaUTPZpVVvwRk4nndIgv+dacbe1KyHt538s0NKc7Eyh/MNev51/nCbpdKZWAbBIOjJEzq8+1Zxf2D7hXdxI5SDeQhFiZUOnIu9J+PfXcFdI1zYE44q1JNvDkvk+sh/xvG3UzqFMxhrXc6TeL8QcvtwSPvgQVa4/JtfCDV1n5PpapuyklrkeUS/N5CoMElEpuB/2ZQnJb424u9pxMQSJjSKOE4kYsiiRH3HWPdELH8+PD4gJ/XoAUZK69rLzvk9ecxWx+NlGTs+EZUjiLhQYVSEMmU0tmZh6KzfnjueW9ks5O6tcZoNEPIkxjRkSkZ09Xgl59OTs6Jb4Atps8vpudo+CyJWTIoi5YrR6cCY7oF3Drwp5CxlXLCMxYB0eYSCvQ68z23gPcAzrDv/hqGqHK0WXzFcHX/Z6/j7Y/Tee5DiB3kFcd/zscr2LEOg/qxTFCwusiyRMuffPmk8L2wf+fXmy6WcE+kod29mhc6SVHKecBo4X0fM1fLvJY2bL6C3YRiDzoXKRaEiTHNM4ltGz7u4NURoO4MPFOhRY6Fa8/vtDVx/hH9iEBjqKInSKKJxGiIR8vBFdPqHuszNILsGi0fmqyQYoxn5EjedbSegcB/qfuac9BG5ctE2gQG1do79s7+F/FISjr3fY6g6P6+7fzgD74RCKWeT5C1fcJWbj5L0+QfLm4QLgh0AAA==&quot;"/>
    <we:property name="isFiltersActionButtonVisible" value="true"/>
    <we:property name="isVisualContainerHeaderHidden" value="false"/>
    <we:property name="pageDisplayName" value="&quot;Page 1&quot;"/>
    <we:property name="pageName" value="&quot;bc68eb8c2d1dbc0f4c8b&quot;"/>
    <we:property name="reportEmbeddedTime" value="&quot;2026-01-02T18:55:28.601Z&quot;"/>
    <we:property name="reportName" value="&quot;Imdb Rating Movie  Analysis  project&quot;"/>
    <we:property name="reportState" value="&quot;CONNECTED&quot;"/>
    <we:property name="reportUrl" value="&quot;/groups/me/reports/46593fac-12ac-4c81-949c-d7e5a7b597ab/bc68eb8c2d1dbc0f4c8b&quot;"/>
  </we:properties>
  <we:bindings/>
  <we:snapshot xmlns:r="http://schemas.openxmlformats.org/officeDocument/2006/relationships" r:embed="rId1"/>
</we:webextension>
</file>

<file path=ppt/webextensions/webextension3.xml><?xml version="1.0" encoding="utf-8"?>
<we:webextension xmlns:we="http://schemas.microsoft.com/office/webextensions/webextension/2010/11" id="{68B10DCF-4744-4A09-A317-2E24C5313D1D}">
  <we:reference id="wa200003233" version="2.0.0.3" store="en-US" storeType="OMEX"/>
  <we:alternateReferences>
    <we:reference id="wa200003233" version="2.0.0.3" store="wa200003233" storeType="OMEX"/>
  </we:alternateReferences>
  <we:properties>
    <we:property name="reportUrl" value="&quot;/groups/me/reports/46593fac-12ac-4c81-949c-d7e5a7b597ab/3368d542d9ba96186a57?experience=power-bi&quot;"/>
    <we:property name="reportName" value="&quot;Imdb Rating Movie  Analysis  project&quot;"/>
    <we:property name="reportState" value="&quot;CONNECTED&quot;"/>
    <we:property name="embedUrl" value="&quot;/reportEmbed?reportId=46593fac-12ac-4c81-949c-d7e5a7b597ab&amp;config=eyJjbHVzdGVyVXJsIjoiaHR0cHM6Ly9XQUJJLVdFU1QtRVVST1BFLUctUFJJTUFSWS1yZWRpcmVjdC5hbmFseXNpcy53aW5kb3dzLm5ldCIsImVtYmVkRmVhdHVyZXMiOnsidXNhZ2VNZXRyaWNzVk5leHQiOnRydWV9fQ%3D%3D&amp;disableSensitivityBanner=true&amp;storytellingChangeViewModeShortcutKeys=true&quot;"/>
    <we:property name="pageName" value="&quot;3368d542d9ba96186a57&quot;"/>
    <we:property name="pageDisplayName" value="&quot;Page 2&quot;"/>
    <we:property name="datasetId" value="&quot;fa8280dd-57de-4592-9f90-714897945c78&quot;"/>
    <we:property name="backgroundColor" value="&quot;#EBF3DF&quot;"/>
    <we:property name="bookmark" value="&quot;H4sIAAAAAAAAA+1XTU8bMRD9K5VPrRSq/ch+cSMhrSo1FQLEpcphvJ5dDI698nrTpCj/vbY3lJKWqqAigpRT7PFk5s28Z3t9QxhvGwGrLzBHckhGSl3PQV+/CcmAyN6WhiVL0jzEKs2hZHnBKrCrqjFcyZYc3hADukZzwdsOhAtkjV9nAwJCnEDtZhWIFgekQd0qCYJ/x97ZLhnd4XpAcNkIpcGFPDNg0IVdWHc7txDC97HNCKXhCzzD0vTWOE5zlgwjVlAo0jBPIcmsW9s7eGR/dHGhffqxkga4tGmcLSiCGFlCMUCKGbWFwtDZKy7MxoWuJstG2+pszavGNWdssdZK8xIE8VVobHvQN2SsRDf3o8k9+5nqdImnWPklabhZ2Uifpsejg6lacDw4BgNkbbtyopXtmV/+iFKjN16qb2ONNi8jh8F68BPKEVuALK11G8dRXWuswWymk+cDOUUDbak2QD90ckNV+DvumbW0XNZiI4U7Vs77cqpOSnRNVfTKMur6b/+iNEM9WnkKjrm+1UI02IK/EzWvZ7eitf5Xv8hyo5q+jGeRyWztFsI0LYI0TrMwG2Z2DzBaVXtJPwrkKS5Qdvjm7ZQL4fh7t8Vz8ARtl6JrLQHIRqDHl6DN7sv8X/rw4nq3p32FjGXhMKloFmU0CWMX7a9kGFwaqpb3KXDRKC2iHKOSJkXIqjwqqzzf757HqcYmkfV/uA1e4455oPYX3yVlMKRhkOUVyyKIkhjjiO51/SiQ59yI7Qs/eYKsDVCBk+Xui/mBgp2iBqQKWIYMaETDchilEY2LvaCe/zPjdRXwlFNf2MfZ+Pbk7+GO1Zyq13ID7P43k78Q7tpI5mif8m6gOtM2UOIJSPQQmj4AR+9nZQaSORr9WLvfz9zy1LN4AaLzjzj38Cc+jc/2A+ArHOtwEAAA&quot;"/>
    <we:property name="initialStateBookmark" value="&quot;H4sIAAAAAAAAA+1YbU/bMBD+K8ifNqlMeWne+NaWbppYAQHiy1RN5/gSDG4cOU7XDvW/z3bKGGxsAw1RpH6qc77cPXfPYzvuNWG8qQUsD2GGZI8Mpbyagbra8UmPVGvb0dHBZHBy8OVwMBkbs6w1l1VD9q6JBlWiPudNC8JGMMbP0x4BIY6htE8FiAZ7pEbVyAoE/4ads5nSqsVVj+CiFlKBDXmqQaMNOzfu5tnk9t+FJiPkms/xFHPdWcMwTlnUD1hGIYv9NIYoMW5N5+CQ/dbFhnbpR7LSwCuTxtq8zAuRRRQ9pJhQlmbQt/aCC712ocvxolamOlPzsrZdGRmspVQ8B0FcFQqbDvQ1GUnRztxofMd+KluV4wkWbqrSXC9NpI+T/eHuRM457u6DBrIyXTlW0vTMTX/ASqEzXsivI4UmLyN73qr3A8qAzaHKjfU+jkFZKixBrx/HzwdyghqaXK6Bvm+rNVX+r7inxtLwqhRrKdyyctaVU7RVhbapkl4aRm3/zStSMVTDpaNgn6sbLQS9e/A3oubV9Ea0xv/yJ1muVdOV8Swyma7shB/HmReHceIn/cSsAUaLYivpR4E8wTlWLe68mXAhLH9v7/HsPUHbuWgbQwCyIajRBSi9+TL/lz68uN7Nbl8gY4nfjwqaBAmN/NBG+yMZGheaysVdCmw0SrMgxSCnUeazIg3yIk23q+dxqjFJqvI/nAavccU8UPuLr5Lc61PfS9KCJQEEUYhhQLe6fhTIM67F/QM/eoKsNVCB48Xmi/mBgq2ieqTwWIIMaED9vB/EAQ2zraCe/zPjdRXwlF1fmMvZ6Gbn7+CO5IzK13ICbP43kzsQbttIZmiu8nYgW93UkOMxVOgg1F0Ajs7PyAwqZml0Y2V/P3HDU8fiOYjWXeLsxZ+4JIZYbja7v7xg/w4gDpZD9x1JwvYEmRAAAA==&quot;"/>
    <we:property name="isFiltersActionButtonVisible" value="true"/>
    <we:property name="isVisualContainerHeaderHidden" value="false"/>
    <we:property name="reportEmbeddedTime" value="&quot;2025-12-29T13:23:48.329Z&quot;"/>
    <we:property name="creatorTenantId" value="&quot;cfed35e4-035d-458d-b08f-195cca5e77a8&quot;"/>
    <we:property name="creatorUserId" value="&quot;100320056A07D3F2&quot;"/>
    <we:property name="creatorSessionId" value="&quot;9b30ad12-5637-4aad-9edf-bbf9f7ba9c5b&quot;"/>
  </we:properties>
  <we:bindings/>
  <we:snapshot xmlns:r="http://schemas.openxmlformats.org/officeDocument/2006/relationships" r:embed="rId1"/>
</we:webextension>
</file>

<file path=ppt/webextensions/webextension4.xml><?xml version="1.0" encoding="utf-8"?>
<we:webextension xmlns:we="http://schemas.microsoft.com/office/webextensions/webextension/2010/11" id="{ACBCFF2A-8128-4917-BA83-7D01678B5846}">
  <we:reference id="wa200003233" version="2.0.0.3" store="en-US" storeType="OMEX"/>
  <we:alternateReferences>
    <we:reference id="wa200003233" version="2.0.0.3" store="wa200003233" storeType="OMEX"/>
  </we:alternateReferences>
  <we:properties>
    <we:property name="reportUrl" value="&quot;/groups/me/reports/46593fac-12ac-4c81-949c-d7e5a7b597ab/8391aad9bd228d61c122?experience=power-bi&quot;"/>
    <we:property name="reportName" value="&quot;Imdb Rating Movie  Analysis  project&quot;"/>
    <we:property name="reportState" value="&quot;CONNECTED&quot;"/>
    <we:property name="embedUrl" value="&quot;/reportEmbed?reportId=46593fac-12ac-4c81-949c-d7e5a7b597ab&amp;config=eyJjbHVzdGVyVXJsIjoiaHR0cHM6Ly9XQUJJLVdFU1QtRVVST1BFLUctUFJJTUFSWS1yZWRpcmVjdC5hbmFseXNpcy53aW5kb3dzLm5ldCIsImVtYmVkRmVhdHVyZXMiOnsidXNhZ2VNZXRyaWNzVk5leHQiOnRydWV9fQ%3D%3D&amp;disableSensitivityBanner=true&amp;storytellingChangeViewModeShortcutKeys=true&quot;"/>
    <we:property name="pageName" value="&quot;8391aad9bd228d61c122&quot;"/>
    <we:property name="pageDisplayName" value="&quot;Page 3&quot;"/>
    <we:property name="datasetId" value="&quot;fa8280dd-57de-4592-9f90-714897945c78&quot;"/>
    <we:property name="backgroundColor" value="&quot;#D8E7C0&quot;"/>
    <we:property name="bookmark" value="&quot;H4sIAAAAAAAAA+1Y3W/bNhD/Vwo+bYA76Fty3honBQosXVYH2UORhxN5UtjSokZRXrzA//uOlNw1rp12Q7M66fxEHo/H+/jdh3zLhOxaBavXsEB2xI61fr8A8/5ZyCasGWhZNa0wqFCIRCRlwrGKkU51a6VuOnZ0yyyYGu2l7HpQThAR315NGCh1DrXbVaA6nLAWTacbUPJPHJjpyJoe1xOGN63SBpzIuQWLTuyS2GlPKoQ/xfQicCuXOEduB2oRT0MAMS1FFBUiC3kYRcTWDQxes50sTrR/fqYbC7KhZxwtiMogD0SSBgGmVVZVeSkcvZLKjizl6vSmNWQd2bxqnXNmpGutjeSgmLfCYDcofctmWvULvzq9Q5/r3nB8g5U/aqy0K5L06uzk+PmZXkp8fgIW2Jq8cm40+cwfn0hDdmnj6df6j5lBepoUDNaTD9q8EEtoOFG3VXlR1wZrsOP29OH0fINLbHp89sOZVMqF4UfP8bJvxrAFnxpwRZRONrUaYfF3hC4Gu0ows2sw1sGufEd+cNGgS9oINMcrH5DBQf6JaLJlyWGZv77aYJkuvvsIrSOYBnseCj1Xa3cW8jwICihEWMRlFhRBPi0/C/anCi8ORoxHTwRgjpTwOCvyBLEo0gx4CGmF+0M8FvsYEhEFkMVVHPEiTzFCIKeMALjQ7WvaDRKcgMtNiSaPvDR64UWNvaTry997JDRvO2u+OaD1r5vFfZKkE7HPPxM2RDFwaTVHRTH68vwZNv6JLT9fSKuQEW3UoZKoBHNv/PKfYWK/dl9aZihg7CgMfMoPbopcu/jHfv3tGg2Obm2E3Nj0asuC7it63qsPpcL9Vz8gbL32oH/QBrxR6/vrvlz1HeU7iuP/2/DXwdDQg/M44xhVGJYpFqGbsLPQSbs3GBZvbKlv7obASytjXmGc58k0quIqqFJIDmd8fRTZc6ktfa3cBUr4LxJG0TfFI0mUPSZ/89yYJsU0irMwBB6VWZpGeVZ8dnhJBWZQlGGABXDIUxp6xHc5vOwqf4c6yZDYpr5nekkf1fCys/Ec2CSzpzkecGHeCZInXpn32fwNSvNuUHuorj/2I1ugqT3KdW+7FjieQzNkXjtIk+j5CEfQCBTj2lfjnyWV5SFkl6B6X6nc34ablKDfXwOMKHGuFAAA&quot;"/>
    <we:property name="initialStateBookmark" value="&quot;H4sIAAAAAAAAA+1YW3PTOBT+K4yeYCYwvsSX9K1NywzDpi1Np/vAdJhj69gVKJZXlrMNnfz3PZIdoCEpsEOXtGyepCPpXL9zcW4YF00tYXEMM2R77ECpDzPQH574bMCqnnZy8nqyf/b63fH+5IjIqjZCVQ3bu2EGdInmQjQtSMuBiG8vBwykPIXS7gqQDQ5YjbpRFUjxEbvLdGR0i8sBw+taKg2W5dSAQct2TtdpT7L9FyFJhNyIOU4xNx01DUc+AB9lPAhSHvu5HwR0rekuOM02XrGsnfixqgyIisRYmhdkXuLxYeR5GBVxUSQZt/RCSNNfyRZH17Um68jmRW29MiZdS6VFDpI5KzQ2ndI3bKxkO3Oro1v0qWp1jmdYuKPKCLMgTq8mhwfPJ2ou8PkhGGBL8sqpVuQzd3woNNmltKNfqb/HGkk0KegtB5+02edzqHKirquyX5YaSzD99uj+9DzDOVYtPnk6EVLaMDxzN162VR8272sDLonSiKqUPSw+R+i8sysDPb4CbSzssvfkBxsNeqQ0R32wcAHpHOREBIM1S3bL/OXlCsv08P0XaO3B1NlzX+i5XNozP088L4WU+2mYxV7qJaPsm2B/rPDKQfP+6JEAzJKGeRinyRAxTaMYch+iAreHuK/yIQx54EEcFmGQp0mEAQI5pQfAuaqPaddxsAwuViWaPPJSq5lj1TeRps3+apHQvO6s6eqA1m9Wi7s4Cctim38GrIuiZ9NqipJi9P35022ciDU/nwsjkRGt16EQKDmzMk7+M0xs1+57ywwFjO35nkv5zk2BbRc/7Nc/r1Bj79aKi5VNr9YsaH6i5536kEnc/vQTwpZLB/p7bcArtX6/7pvLtqF8R37wfxv+ORjqenASxjkGBfpZhKnvFUgDquV2ZzAMXptMXd8OgeOWhXmBYZIMR0ERFl4RwXB3xtcHkT0XytDXym2g+P8iYSR9UzyQRNli8i/PjdEwHQVh7PuQB1kcRUESp98cXiKOMaSZ72EKOSQRDT38txxeNpW/XZ1kiG1V3jG9RA9qeNnYeHZsktnSHHe4MG8EySOvzNts/gWleTOoHVSXX/qRzVCXDuWqNU0NOZ5C1WVe3XET6O4RjqDiyPu1q8Z/CCrLXcguQLauUtm/DZkTQlEUfQbd8cD+mbhKIfr9A3363/DXFAAA&quot;"/>
    <we:property name="isFiltersActionButtonVisible" value="true"/>
    <we:property name="isVisualContainerHeaderHidden" value="false"/>
    <we:property name="reportEmbeddedTime" value="&quot;2025-12-29T13:24:27.182Z&quot;"/>
    <we:property name="creatorTenantId" value="&quot;cfed35e4-035d-458d-b08f-195cca5e77a8&quot;"/>
    <we:property name="creatorUserId" value="&quot;100320056A07D3F2&quot;"/>
    <we:property name="creatorSessionId" value="&quot;546b40c9-add5-46d5-8288-5e6f73426d21&quot;"/>
  </we:properties>
  <we:bindings/>
  <we:snapshot xmlns:r="http://schemas.openxmlformats.org/officeDocument/2006/relationships" r:embed="rId1"/>
</we:webextension>
</file>

<file path=ppt/webextensions/webextension5.xml><?xml version="1.0" encoding="utf-8"?>
<we:webextension xmlns:we="http://schemas.microsoft.com/office/webextensions/webextension/2010/11" id="{7CF0D174-9D15-412F-BF59-4FD509978748}">
  <we:reference id="wa200003233" version="2.0.0.3" store="en-US" storeType="OMEX"/>
  <we:alternateReferences>
    <we:reference id="wa200003233" version="2.0.0.3" store="wa200003233" storeType="OMEX"/>
  </we:alternateReferences>
  <we:properties>
    <we:property name="backgroundColor" value="&quot;#EBF3DF&quot;"/>
    <we:property name="bookmark" value="&quot;H4sIAAAAAAAAA91WUU/bMBD+K5OfQAqoadOk5Q1aJqHRCZUJaZr6cHEuqcGNI8fp2qH+953tZkDH2F4qYJEixefz3X13351zzzJRVxLWn2GB7ISdKXW3AH33IWQBK72M9ztRmif9fhz24jxNcJhEtKsqI1RZs5N7ZkAXaG5E3YC0hkj4jUW9qDOIcJD0wzzkSMcB2SxgIOUVFFYnB1ljwCrUtSpBih/oTdCW0Q1uAoarSioN1tG1AYPW2ZLUaU2Bhcc9igO4EUu8Rm68tBMPMoRuEsYZ52kv6Uack1rtFVy8z6pY0879SJUGRElurOxZGCTPhTRblXR9vqo0YaZMrCubstNsCSXHjDkIGmsf8T0bKdks3Nf5E/m1ajTHKeZuqzTCrMnMxWR8djRRS4FHYzDANpSSK60oYW57SokpCyedq+8jjZShjJ10NsHfAzktCo0FmO3yfH9RfkXQTvaxKbc16r7xkKe4xLLBDwcTIaUlzeEOgM7vAGYkqakcckviBz598bgkUWo0B21s76S3REdLHjqldIb6bO34Mxa6JXI32IHy2iXbzNpmI9XbR+00ohwUSnsE+2H4zCVcFHNJr7EmapRtpshrRocnUNmNHZPHWxtWq+Zk+SLz+VpUoEXdZq9dfRKlLWfALjE3++zYaQvkUtAc8Xy5AdlYqvSPkzEp2ZST5gINWHx2qI5UU5qDXYi2XodsZgvkx9JDqJNfh+8ftVO9z1IFjAOfY+bQXBhceG8iQ2tKYP1eaxGwpRVuedbxm56cZCQJh1kSp5DkaRoN82jQRf5WLgoijVi4eVY2Brfj7D0P4PCtA3gg14tB/0+3xr8U7TXukGfI7zt2GHaTQRjzfjyMO2kvhOEwdVfLSwUxuDKpWj0th3seS2ho0y+x/VCNqSvgeAUlOnCVD83NQTeTocwwa+fzH6aQ+1VurwR6fgLXVVtiuAsAAA==&quot;"/>
    <we:property name="creatorSessionId" value="&quot;cd3a054a-6b48-4265-a745-84c25b95f04a&quot;"/>
    <we:property name="creatorTenantId" value="&quot;cfed35e4-035d-458d-b08f-195cca5e77a8&quot;"/>
    <we:property name="creatorUserId" value="&quot;100320056A07D3F2&quot;"/>
    <we:property name="datasetId" value="&quot;fa8280dd-57de-4592-9f90-714897945c78&quot;"/>
    <we:property name="embedUrl" value="&quot;/reportEmbed?reportId=46593fac-12ac-4c81-949c-d7e5a7b597ab&amp;config=eyJjbHVzdGVyVXJsIjoiaHR0cHM6Ly9XQUJJLVdFU1QtRVVST1BFLUc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91W227bMAz9lUJPG5AOcS52nLfcBgxd2iAZCgxDMNAy46pVJEOWs6RB/n2U7KKXFe1eimbzi6UjmuQhDw3tWSqKXMLuHNbI+myo9c0azM1JwBpM1djFxdl0MD/7eT6YTgjWuRVaFay/ZxZMhvZSFCVI54HAH8sGAylnkLndCmSBDZajKbQCKW6xMqYja0o8NBhuc6kNOJcLCxad2w2Z055iB5/aFBG4FRtcILcV2gx7KUIrCsKU86QdtTqck1lRGfjMnjVxrn34kVYWhKIwDuu0O81eB3tRN1gFHLvdEHwaKyFtbZLsJtvcEDvivMtdVQbpBhTHlHkKBosq4z0baVmu/WryCF/o0nCc48ofKSvsjtx8mY6Hp1O9EXg6BgvsQCWZGU0F88dzKozKPHqlf40MUoVS1m8eGq8nMsgygxnYejt5uyy/IxiPfS5V3aPWkac8xw2qEk8+TIWUTjQfnxBo/klgSUhB7ZC1iO/19K3iJUlSoysw1k1Jck1ydOKhr7RJ0Qx3Xj9jYe6E3Go8ofLeLTss74aNTK8fjNOIapBpUzF4G4UvD+4kCuI0ChOIVknSiVedXgv5scxiSYZrLxlVWqwV8y9rPDh2Avd/vxeT/p8G82+a9h5j+oz4q4mNg1bUC0LeDeOwmbQDiOPEeX6xIRa3NtHbx+3wz0OErZHuF26hS1vkwHEGCj25vEpNoLcjgYJKnRj82rj3V0E/jCr0JcjSRfW3EeaDUDYikfjKB+6OwnxajuvhN0/g09QuCQAA&quot;"/>
    <we:property name="isFiltersActionButtonVisible" value="true"/>
    <we:property name="isVisualContainerHeaderHidden" value="false"/>
    <we:property name="pageDisplayName" value="&quot;Page 4&quot;"/>
    <we:property name="pageName" value="&quot;068dea2716dccb3724cc&quot;"/>
    <we:property name="reportEmbeddedTime" value="&quot;2025-12-29T13:25:03.299Z&quot;"/>
    <we:property name="reportName" value="&quot;Imdb Rating Movie  Analysis  project&quot;"/>
    <we:property name="reportState" value="&quot;CONNECTED&quot;"/>
    <we:property name="reportUrl" value="&quot;/groups/me/reports/46593fac-12ac-4c81-949c-d7e5a7b597ab/068dea2716dccb3724cc?experience=power-bi&quot;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</TotalTime>
  <Words>484</Words>
  <Application>Microsoft Office PowerPoint</Application>
  <PresentationFormat>Widescreen</PresentationFormat>
  <Paragraphs>73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Agenda</vt:lpstr>
      <vt:lpstr>Project Introduction</vt:lpstr>
      <vt:lpstr>Business Problem</vt:lpstr>
      <vt:lpstr>Dataset Overview</vt:lpstr>
      <vt:lpstr>PowerPoint Presentation</vt:lpstr>
      <vt:lpstr>PowerPoint Presentation</vt:lpstr>
      <vt:lpstr>PowerPoint Presentation</vt:lpstr>
      <vt:lpstr>PowerPoint Presentation</vt:lpstr>
      <vt:lpstr>Conclusion</vt:lpstr>
      <vt:lpstr>Future Scope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 shiva sai prasad</dc:creator>
  <cp:lastModifiedBy>B shiva sai prasad</cp:lastModifiedBy>
  <cp:revision>13</cp:revision>
  <dcterms:created xsi:type="dcterms:W3CDTF">2025-12-29T13:10:15Z</dcterms:created>
  <dcterms:modified xsi:type="dcterms:W3CDTF">2026-01-02T18:57:58Z</dcterms:modified>
</cp:coreProperties>
</file>